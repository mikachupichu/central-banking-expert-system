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660" r:id="rId2"/>
  </p:sldMasterIdLst>
  <p:notesMasterIdLst>
    <p:notesMasterId r:id="rId6"/>
  </p:notesMasterIdLst>
  <p:sldIdLst>
    <p:sldId id="273" r:id="rId3"/>
    <p:sldId id="285" r:id="rId4"/>
    <p:sldId id="286" r:id="rId5"/>
  </p:sldIdLst>
  <p:sldSz cx="9144000" cy="6858000" type="screen4x3"/>
  <p:notesSz cx="7772400" cy="10058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buFont typeface="Arial" pitchFamily="34" charset="0"/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buFont typeface="Arial" pitchFamily="34" charset="0"/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buFont typeface="Arial" pitchFamily="34" charset="0"/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buFont typeface="Arial" pitchFamily="34" charset="0"/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buFont typeface="Arial" pitchFamily="34" charset="0"/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53" autoAdjust="0"/>
    <p:restoredTop sz="91447"/>
  </p:normalViewPr>
  <p:slideViewPr>
    <p:cSldViewPr snapToGrid="0">
      <p:cViewPr>
        <p:scale>
          <a:sx n="64" d="100"/>
          <a:sy n="64" d="100"/>
        </p:scale>
        <p:origin x="144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198" cy="7619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lide Image Placeholder 1"/>
          <p:cNvSpPr>
            <a:spLocks noGrp="1" noRot="1" noChangeAspect="1" noChangeArrowheads="1"/>
          </p:cNvSpPr>
          <p:nvPr>
            <p:ph type="sldImg" idx="2"/>
          </p:nvPr>
        </p:nvSpPr>
        <p:spPr bwMode="auto">
          <a:xfrm>
            <a:off x="1371600" y="763588"/>
            <a:ext cx="5029200" cy="3771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4099" name="Notes Placeholder 2"/>
          <p:cNvSpPr txBox="1">
            <a:spLocks noGrp="1" noChangeArrowheads="1"/>
          </p:cNvSpPr>
          <p:nvPr>
            <p:ph type="body" sz="quarter" idx="3"/>
          </p:nvPr>
        </p:nvSpPr>
        <p:spPr bwMode="auto">
          <a:xfrm>
            <a:off x="777875" y="4776788"/>
            <a:ext cx="6216650" cy="4525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en-US" noProof="0"/>
          </a:p>
        </p:txBody>
      </p:sp>
      <p:sp>
        <p:nvSpPr>
          <p:cNvPr id="4100" name="Header Placeholder 3"/>
          <p:cNvSpPr txBox="1"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373438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>
              <a:defRPr sz="14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101" name="Date Placeholder 4"/>
          <p:cNvSpPr txBox="1">
            <a:spLocks noGrp="1" noChangeArrowheads="1"/>
          </p:cNvSpPr>
          <p:nvPr>
            <p:ph type="dt" idx="1"/>
          </p:nvPr>
        </p:nvSpPr>
        <p:spPr bwMode="auto">
          <a:xfrm>
            <a:off x="4398963" y="0"/>
            <a:ext cx="33718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 eaLnBrk="1">
              <a:defRPr sz="14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102" name="Footer Placeholder 5"/>
          <p:cNvSpPr txBox="1">
            <a:spLocks noGrp="1" noChangeArrowheads="1"/>
          </p:cNvSpPr>
          <p:nvPr>
            <p:ph type="ftr" sz="quarter" idx="4"/>
          </p:nvPr>
        </p:nvSpPr>
        <p:spPr bwMode="auto">
          <a:xfrm>
            <a:off x="0" y="9555163"/>
            <a:ext cx="3373438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>
              <a:defRPr sz="14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103" name="Slide Number Placeholder 6"/>
          <p:cNvSpPr txBox="1">
            <a:spLocks noGrp="1" noChangeArrowheads="1"/>
          </p:cNvSpPr>
          <p:nvPr>
            <p:ph type="sldNum" sz="quarter" idx="5"/>
          </p:nvPr>
        </p:nvSpPr>
        <p:spPr bwMode="auto">
          <a:xfrm>
            <a:off x="4398963" y="9555163"/>
            <a:ext cx="3371850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1">
              <a:defRPr sz="14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fld id="{AD94AA6B-3ABA-47DA-87CE-33CD82AE77A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75682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5900" indent="-215900" algn="l" rtl="0" eaLnBrk="0" fontAlgn="base" hangingPunct="0">
      <a:spcBef>
        <a:spcPct val="0"/>
      </a:spcBef>
      <a:spcAft>
        <a:spcPct val="0"/>
      </a:spcAft>
      <a:defRPr sz="2000" kern="1200">
        <a:solidFill>
          <a:srgbClr val="000000"/>
        </a:solidFill>
        <a:latin typeface="Arial" pitchFamily="34" charset="0"/>
        <a:ea typeface="Microsoft YaHei" pitchFamily="34" charset="-122"/>
        <a:cs typeface="+mn-cs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BA4D175-F3B0-4107-B202-FEF209F2F612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6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962C77-0561-41E1-87A1-A3DA5E671AB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7404703"/>
      </p:ext>
    </p:extLst>
  </p:cSld>
  <p:clrMapOvr>
    <a:masterClrMapping/>
  </p:clrMapOvr>
  <p:transition spd="slow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2F75ECD-EA29-4C60-BB97-7FA329FBBD53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6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578CDEA-84A3-41CC-95F3-8F27A923EB8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68740935"/>
      </p:ext>
    </p:extLst>
  </p:cSld>
  <p:clrMapOvr>
    <a:masterClrMapping/>
  </p:clrMapOvr>
  <p:transition spd="slow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9DB78C-F225-4086-9256-525EC88C048A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6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8186F7A-B7B7-48D1-AE5C-33E4D2379D2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61785669"/>
      </p:ext>
    </p:extLst>
  </p:cSld>
  <p:clrMapOvr>
    <a:masterClrMapping/>
  </p:clrMapOvr>
  <p:transition spd="slow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4963"/>
            <a:ext cx="4038600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4963"/>
            <a:ext cx="4038600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F8D7825-0402-4C3C-90A2-2BB53533249F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7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2CD6241-6338-4698-A8F9-C13F3A9651F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07238142"/>
      </p:ext>
    </p:extLst>
  </p:cSld>
  <p:clrMapOvr>
    <a:masterClrMapping/>
  </p:clrMapOvr>
  <p:transition spd="slow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8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685770A-9C07-4AC8-B19B-4480ABB8E987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9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DA64B63-D14A-4D68-A7DD-4D0A146D292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52831176"/>
      </p:ext>
    </p:extLst>
  </p:cSld>
  <p:clrMapOvr>
    <a:masterClrMapping/>
  </p:clrMapOvr>
  <p:transition spd="slow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AB8A4E-9462-4B59-A32B-FF14B49364BC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5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37AC1E6-CB94-4E3D-964E-00669913DE8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52817732"/>
      </p:ext>
    </p:extLst>
  </p:cSld>
  <p:clrMapOvr>
    <a:masterClrMapping/>
  </p:clrMapOvr>
  <p:transition spd="slow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33C9B00-0154-4BE1-B64F-3C4F67AB34DB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4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F3F9EFC-EF07-4857-ADCD-1D78F0F8F41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65855401"/>
      </p:ext>
    </p:extLst>
  </p:cSld>
  <p:clrMapOvr>
    <a:masterClrMapping/>
  </p:clrMapOvr>
  <p:transition spd="slow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57BB4C9-B0F8-4E30-840A-89C90BB046F8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7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5D80128-B7C4-48EC-B4E6-B5EBDC45057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45485665"/>
      </p:ext>
    </p:extLst>
  </p:cSld>
  <p:clrMapOvr>
    <a:masterClrMapping/>
  </p:clrMapOvr>
  <p:transition spd="slow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AFD35C-62BE-4183-AF61-A3E5D9A53C1A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7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19DD2C5-0B5F-4EE1-BC4B-6CF40DAEFE7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45480241"/>
      </p:ext>
    </p:extLst>
  </p:cSld>
  <p:clrMapOvr>
    <a:masterClrMapping/>
  </p:clrMapOvr>
  <p:transition spd="slow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B4256B1-25D9-4EC8-AE9C-BDD969ABD0C8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6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BF1961A-6167-49C5-8FD5-AAE8E08CCAE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90201874"/>
      </p:ext>
    </p:extLst>
  </p:cSld>
  <p:clrMapOvr>
    <a:masterClrMapping/>
  </p:clrMapOvr>
  <p:transition spd="slow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3050"/>
            <a:ext cx="2057400" cy="58578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3050"/>
            <a:ext cx="6019800" cy="5857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ACEB17A-E4F0-4369-8985-4923262F2095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6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2B3FED0-3EBB-4A75-AC21-4B812E9FBE9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2341752"/>
      </p:ext>
    </p:extLst>
  </p:cSld>
  <p:clrMapOvr>
    <a:masterClrMapping/>
  </p:clrMapOvr>
  <p:transition spd="slow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3D6C8AB-2AA8-4634-9135-ABC39AA9885C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6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2DF2029-35AD-4979-85B9-71776324D05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61591358"/>
      </p:ext>
    </p:extLst>
  </p:cSld>
  <p:clrMapOvr>
    <a:masterClrMapping/>
  </p:clrMapOvr>
  <p:transition spd="slow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FBD1EE8-EB56-46EF-8475-A0084E2BD22D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6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1288D4E-4785-4830-845E-5FCA58396BD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9541048"/>
      </p:ext>
    </p:extLst>
  </p:cSld>
  <p:clrMapOvr>
    <a:masterClrMapping/>
  </p:clrMapOvr>
  <p:transition spd="slow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45AEE45-9D8C-46BF-B9D2-BC9A36369B05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6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63F3B71-A7C6-4D01-AC30-66082249CBA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06675046"/>
      </p:ext>
    </p:extLst>
  </p:cSld>
  <p:clrMapOvr>
    <a:masterClrMapping/>
  </p:clrMapOvr>
  <p:transition spd="slow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490663"/>
            <a:ext cx="4152900" cy="30607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90663"/>
            <a:ext cx="4152900" cy="30607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CB0014D-39EA-492F-A4A9-B594EAE6C631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7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F7DD8E-B6C6-44D5-9F9F-4CE8DE5F8AE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59764501"/>
      </p:ext>
    </p:extLst>
  </p:cSld>
  <p:clrMapOvr>
    <a:masterClrMapping/>
  </p:clrMapOvr>
  <p:transition spd="slow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8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D402C6E-6AFC-4735-B769-2444056DD15D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9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E8437EB-F3E2-4C20-83C5-7D95958D543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0142198"/>
      </p:ext>
    </p:extLst>
  </p:cSld>
  <p:clrMapOvr>
    <a:masterClrMapping/>
  </p:clrMapOvr>
  <p:transition spd="slow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5031B25-FBBC-451D-89D2-F574D7298FA3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5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FC19117-7E9C-490C-BE69-3985EC6A809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75237783"/>
      </p:ext>
    </p:extLst>
  </p:cSld>
  <p:clrMapOvr>
    <a:masterClrMapping/>
  </p:clrMapOvr>
  <p:transition spd="slow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02FD884-FFA9-4E59-B234-8A69036847B9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4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081005-36E8-478E-8B5A-F3DAC943D2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5702985"/>
      </p:ext>
    </p:extLst>
  </p:cSld>
  <p:clrMapOvr>
    <a:masterClrMapping/>
  </p:clrMapOvr>
  <p:transition spd="slow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01A0F32-791C-46C2-9AA5-4D2A1ECA0CC1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7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EC2DD17-0F9F-4988-83AE-EE64C71C781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2172151"/>
      </p:ext>
    </p:extLst>
  </p:cSld>
  <p:clrMapOvr>
    <a:masterClrMapping/>
  </p:clrMapOvr>
  <p:transition spd="slow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7A694AE-51CE-4ECF-BFE1-EC1F4BA5DFB3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7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548585D-1766-4AAF-B460-F8324DE349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10576951"/>
      </p:ext>
    </p:extLst>
  </p:cSld>
  <p:clrMapOvr>
    <a:masterClrMapping/>
  </p:clrMapOvr>
  <p:transition spd="slow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76AA8E4-0407-4E83-A964-DAB31FC3F3F5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6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11DDCE0-12F0-469C-87BF-8E02E4D3051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45509232"/>
      </p:ext>
    </p:extLst>
  </p:cSld>
  <p:clrMapOvr>
    <a:masterClrMapping/>
  </p:clrMapOvr>
  <p:transition spd="slow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86550" y="396875"/>
            <a:ext cx="2114550" cy="41544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396875"/>
            <a:ext cx="6191250" cy="41544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E9C831-E3EA-484E-83F8-BFF26F94BE77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6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907121F-7037-411B-B0E4-F56EF32632B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7130664"/>
      </p:ext>
    </p:extLst>
  </p:cSld>
  <p:clrMapOvr>
    <a:masterClrMapping/>
  </p:clrMapOvr>
  <p:transition spd="slow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6575" y="396875"/>
            <a:ext cx="8070850" cy="558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342900" y="1490663"/>
            <a:ext cx="4152900" cy="306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90663"/>
            <a:ext cx="4152900" cy="306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022E358-C0C2-4C3E-B03F-5094527661D3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7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129B4D1-D449-4FC0-95C5-30BD465C819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83048306"/>
      </p:ext>
    </p:extLst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bk object 16"/>
          <p:cNvSpPr>
            <a:spLocks/>
          </p:cNvSpPr>
          <p:nvPr/>
        </p:nvSpPr>
        <p:spPr bwMode="auto">
          <a:xfrm>
            <a:off x="0" y="0"/>
            <a:ext cx="9144000" cy="685800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0 h 21600"/>
              <a:gd name="T4" fmla="*/ 2147483647 w 21600"/>
              <a:gd name="T5" fmla="*/ 2147483647 h 21600"/>
              <a:gd name="T6" fmla="*/ 0 w 21600"/>
              <a:gd name="T7" fmla="*/ 2147483647 h 21600"/>
              <a:gd name="T8" fmla="*/ 0 w 21600"/>
              <a:gd name="T9" fmla="*/ 0 h 2160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1600"/>
              <a:gd name="T16" fmla="*/ 0 h 21600"/>
              <a:gd name="T17" fmla="*/ 21600 w 21600"/>
              <a:gd name="T18" fmla="*/ 21600 h 2160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13"/>
            <a:srcRect/>
            <a:stretch>
              <a:fillRect/>
            </a:stretch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027" name="Holder 2"/>
          <p:cNvSpPr txBox="1">
            <a:spLocks noGrp="1" noChangeArrowheads="1"/>
          </p:cNvSpPr>
          <p:nvPr>
            <p:ph type="ftr" sz="quarter" idx="3"/>
          </p:nvPr>
        </p:nvSpPr>
        <p:spPr bwMode="auto">
          <a:xfrm>
            <a:off x="3108325" y="6378575"/>
            <a:ext cx="292576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>
              <a:defRPr sz="24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28" name="Holder 3"/>
          <p:cNvSpPr txBox="1">
            <a:spLocks noGrp="1" noChangeArrowheads="1"/>
          </p:cNvSpPr>
          <p:nvPr>
            <p:ph type="dt" sz="half" idx="2"/>
          </p:nvPr>
        </p:nvSpPr>
        <p:spPr bwMode="auto">
          <a:xfrm>
            <a:off x="457200" y="6378575"/>
            <a:ext cx="2103438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>
              <a:defRPr>
                <a:solidFill>
                  <a:srgbClr val="8B8B8B"/>
                </a:solidFill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fld id="{2AEAF448-DE4D-4BFD-BBC9-509FB8951B1C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1029" name="Holder 4"/>
          <p:cNvSpPr txBox="1">
            <a:spLocks noGrp="1" noChangeArrowheads="1"/>
          </p:cNvSpPr>
          <p:nvPr>
            <p:ph type="sldNum" sz="quarter" idx="4"/>
          </p:nvPr>
        </p:nvSpPr>
        <p:spPr bwMode="auto">
          <a:xfrm>
            <a:off x="100013" y="6607175"/>
            <a:ext cx="179387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 eaLnBrk="1">
              <a:defRPr sz="1000">
                <a:solidFill>
                  <a:srgbClr val="FFFFFF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fld id="{3B9F6CDD-36FF-4D8A-8966-BF3A0297968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30" name="Title Placeholder 5"/>
          <p:cNvSpPr txBox="1">
            <a:spLocks noGrp="1" noChangeArrowheads="1"/>
          </p:cNvSpPr>
          <p:nvPr>
            <p:ph type="title"/>
          </p:nvPr>
        </p:nvSpPr>
        <p:spPr bwMode="auto">
          <a:xfrm>
            <a:off x="457200" y="273050"/>
            <a:ext cx="8229600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1" compatLnSpc="1">
            <a:prstTxWarp prst="textNoShape">
              <a:avLst/>
            </a:prstTxWarp>
          </a:bodyPr>
          <a:lstStyle/>
          <a:p>
            <a:pPr lvl="0"/>
            <a:endParaRPr lang="en-US" altLang="en-US"/>
          </a:p>
        </p:txBody>
      </p:sp>
      <p:sp>
        <p:nvSpPr>
          <p:cNvPr id="1031" name="Text Placeholder 6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457200" y="1604963"/>
            <a:ext cx="8229600" cy="4525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 spd="slow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9pPr>
    </p:titleStyle>
    <p:bodyStyle>
      <a:lvl1pPr marL="342900" indent="-342900" algn="l" rtl="0" eaLnBrk="0" fontAlgn="base" hangingPunct="0">
        <a:spcBef>
          <a:spcPct val="0"/>
        </a:spcBef>
        <a:spcAft>
          <a:spcPts val="1413"/>
        </a:spcAft>
        <a:buChar char="•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400">
          <a:solidFill>
            <a:srgbClr val="000000"/>
          </a:solidFill>
          <a:latin typeface="+mn-lt"/>
          <a:ea typeface="+mn-ea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5pPr>
      <a:lvl6pPr marL="25146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6pPr>
      <a:lvl7pPr marL="2971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7pPr>
      <a:lvl8pPr marL="3429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8pPr>
      <a:lvl9pPr marL="3886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bk object 16"/>
          <p:cNvSpPr>
            <a:spLocks/>
          </p:cNvSpPr>
          <p:nvPr/>
        </p:nvSpPr>
        <p:spPr bwMode="auto">
          <a:xfrm>
            <a:off x="0" y="0"/>
            <a:ext cx="9144000" cy="685800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0 h 21600"/>
              <a:gd name="T4" fmla="*/ 2147483647 w 21600"/>
              <a:gd name="T5" fmla="*/ 2147483647 h 21600"/>
              <a:gd name="T6" fmla="*/ 0 w 21600"/>
              <a:gd name="T7" fmla="*/ 2147483647 h 21600"/>
              <a:gd name="T8" fmla="*/ 0 w 21600"/>
              <a:gd name="T9" fmla="*/ 0 h 2160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1600"/>
              <a:gd name="T16" fmla="*/ 0 h 21600"/>
              <a:gd name="T17" fmla="*/ 21600 w 21600"/>
              <a:gd name="T18" fmla="*/ 21600 h 2160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14"/>
            <a:srcRect/>
            <a:stretch>
              <a:fillRect/>
            </a:stretch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2051" name="Holder 2"/>
          <p:cNvSpPr txBox="1">
            <a:spLocks noGrp="1" noChangeArrowheads="1"/>
          </p:cNvSpPr>
          <p:nvPr>
            <p:ph type="title"/>
          </p:nvPr>
        </p:nvSpPr>
        <p:spPr bwMode="auto">
          <a:xfrm>
            <a:off x="536575" y="396875"/>
            <a:ext cx="8070850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1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the title text format</a:t>
            </a:r>
          </a:p>
        </p:txBody>
      </p:sp>
      <p:sp>
        <p:nvSpPr>
          <p:cNvPr id="2052" name="Holder 3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342900" y="1490663"/>
            <a:ext cx="8458200" cy="306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the outline text format</a:t>
            </a:r>
          </a:p>
          <a:p>
            <a:pPr lvl="1"/>
            <a:r>
              <a:rPr lang="en-US" altLang="en-US"/>
              <a:t>Second Outline Level</a:t>
            </a:r>
          </a:p>
          <a:p>
            <a:pPr lvl="2"/>
            <a:r>
              <a:rPr lang="en-US" altLang="en-US"/>
              <a:t>Third Outline Level</a:t>
            </a:r>
          </a:p>
          <a:p>
            <a:pPr lvl="3"/>
            <a:r>
              <a:rPr lang="en-US" altLang="en-US"/>
              <a:t>Fourth Outline Level</a:t>
            </a:r>
          </a:p>
          <a:p>
            <a:pPr lvl="4"/>
            <a:r>
              <a:rPr lang="en-US" altLang="en-US"/>
              <a:t>Fifth Outline Level</a:t>
            </a:r>
          </a:p>
          <a:p>
            <a:pPr lvl="4"/>
            <a:r>
              <a:rPr lang="en-US" altLang="en-US"/>
              <a:t>Sixth Outline Level</a:t>
            </a:r>
          </a:p>
          <a:p>
            <a:pPr lvl="4"/>
            <a:r>
              <a:rPr lang="en-US" altLang="en-US"/>
              <a:t>Seventh Outline Level</a:t>
            </a:r>
          </a:p>
          <a:p>
            <a:pPr lvl="4"/>
            <a:r>
              <a:rPr lang="en-US" altLang="en-US"/>
              <a:t>Eighth Outline Level</a:t>
            </a:r>
          </a:p>
          <a:p>
            <a:pPr lvl="4"/>
            <a:r>
              <a:rPr lang="en-US" altLang="en-US"/>
              <a:t>Ninth Outline Level</a:t>
            </a:r>
          </a:p>
        </p:txBody>
      </p:sp>
      <p:sp>
        <p:nvSpPr>
          <p:cNvPr id="2053" name="Holder 4"/>
          <p:cNvSpPr txBox="1">
            <a:spLocks noGrp="1" noChangeArrowheads="1"/>
          </p:cNvSpPr>
          <p:nvPr>
            <p:ph type="ftr" sz="quarter" idx="3"/>
          </p:nvPr>
        </p:nvSpPr>
        <p:spPr bwMode="auto">
          <a:xfrm>
            <a:off x="3108325" y="6378575"/>
            <a:ext cx="292576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>
              <a:defRPr sz="2400">
                <a:solidFill>
                  <a:srgbClr val="000000"/>
                </a:solidFill>
                <a:latin typeface="+mn-lt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2054" name="Holder 5"/>
          <p:cNvSpPr txBox="1">
            <a:spLocks noGrp="1" noChangeArrowheads="1"/>
          </p:cNvSpPr>
          <p:nvPr>
            <p:ph type="dt" sz="half" idx="2"/>
          </p:nvPr>
        </p:nvSpPr>
        <p:spPr bwMode="auto">
          <a:xfrm>
            <a:off x="457200" y="6378575"/>
            <a:ext cx="2103438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>
              <a:defRPr>
                <a:solidFill>
                  <a:srgbClr val="8B8B8B"/>
                </a:solidFill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fld id="{0BAF1658-3439-4F7F-B621-CB94387D049C}" type="datetime1">
              <a:rPr lang="en-US" altLang="en-US"/>
              <a:pPr>
                <a:defRPr/>
              </a:pPr>
              <a:t>3/30/26</a:t>
            </a:fld>
            <a:endParaRPr lang="en-US" altLang="en-US"/>
          </a:p>
        </p:txBody>
      </p:sp>
      <p:sp>
        <p:nvSpPr>
          <p:cNvPr id="2055" name="Holder 6"/>
          <p:cNvSpPr txBox="1">
            <a:spLocks noGrp="1" noChangeArrowheads="1"/>
          </p:cNvSpPr>
          <p:nvPr>
            <p:ph type="sldNum" sz="quarter" idx="4"/>
          </p:nvPr>
        </p:nvSpPr>
        <p:spPr bwMode="auto">
          <a:xfrm>
            <a:off x="100013" y="6607175"/>
            <a:ext cx="179387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 eaLnBrk="1">
              <a:defRPr sz="100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fld id="{796212F0-F424-4350-9656-96476B52FFD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transition spd="slow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9pPr>
    </p:titleStyle>
    <p:bodyStyle>
      <a:lvl1pPr marL="342900" indent="-342900" algn="l" rtl="0" eaLnBrk="0" fontAlgn="base" hangingPunct="0">
        <a:spcBef>
          <a:spcPct val="0"/>
        </a:spcBef>
        <a:spcAft>
          <a:spcPts val="1413"/>
        </a:spcAft>
        <a:buChar char="•"/>
        <a:defRPr sz="24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–"/>
        <a:defRPr sz="2400">
          <a:solidFill>
            <a:srgbClr val="000000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●"/>
        <a:defRPr sz="2400">
          <a:solidFill>
            <a:srgbClr val="000000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–"/>
        <a:defRPr sz="2400">
          <a:solidFill>
            <a:srgbClr val="000000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●"/>
        <a:defRPr sz="2400">
          <a:solidFill>
            <a:srgbClr val="000000"/>
          </a:solidFill>
          <a:latin typeface="+mn-lt"/>
          <a:ea typeface="+mn-ea"/>
        </a:defRPr>
      </a:lvl5pPr>
      <a:lvl6pPr marL="25146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●"/>
        <a:defRPr sz="2400">
          <a:solidFill>
            <a:srgbClr val="000000"/>
          </a:solidFill>
          <a:latin typeface="+mn-lt"/>
          <a:ea typeface="+mn-ea"/>
        </a:defRPr>
      </a:lvl6pPr>
      <a:lvl7pPr marL="29718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●"/>
        <a:defRPr sz="2400">
          <a:solidFill>
            <a:srgbClr val="000000"/>
          </a:solidFill>
          <a:latin typeface="+mn-lt"/>
          <a:ea typeface="+mn-ea"/>
        </a:defRPr>
      </a:lvl7pPr>
      <a:lvl8pPr marL="34290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●"/>
        <a:defRPr sz="2400">
          <a:solidFill>
            <a:srgbClr val="000000"/>
          </a:solidFill>
          <a:latin typeface="+mn-lt"/>
          <a:ea typeface="+mn-ea"/>
        </a:defRPr>
      </a:lvl8pPr>
      <a:lvl9pPr marL="38862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●"/>
        <a:defRPr sz="2400">
          <a:solidFill>
            <a:srgbClr val="000000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Subtitle 3"/>
          <p:cNvSpPr txBox="1">
            <a:spLocks noGrp="1" noChangeArrowheads="1"/>
          </p:cNvSpPr>
          <p:nvPr>
            <p:ph type="subTitle" idx="4294967295"/>
          </p:nvPr>
        </p:nvSpPr>
        <p:spPr>
          <a:xfrm>
            <a:off x="1862138" y="2098675"/>
            <a:ext cx="5545137" cy="2663825"/>
          </a:xfrm>
        </p:spPr>
        <p:txBody>
          <a:bodyPr anchorCtr="1"/>
          <a:lstStyle/>
          <a:p>
            <a:pPr marL="0" indent="0" algn="just">
              <a:buFontTx/>
              <a:buNone/>
            </a:pPr>
            <a:r>
              <a:rPr lang="en-US" altLang="en-US" sz="2000">
                <a:latin typeface="Tahoma" pitchFamily="34" charset="0"/>
                <a:cs typeface="Tahoma" pitchFamily="34" charset="0"/>
              </a:rPr>
              <a:t>Names of Individuals, Group Members, Team Members, Unit Members (As Applicable)</a:t>
            </a:r>
          </a:p>
          <a:p>
            <a:pPr marL="0" indent="0" algn="ctr"/>
            <a:endParaRPr lang="en-US" altLang="en-US" sz="2400">
              <a:latin typeface="Tahoma" pitchFamily="34" charset="0"/>
              <a:cs typeface="Tahoma" pitchFamily="34" charset="0"/>
            </a:endParaRPr>
          </a:p>
        </p:txBody>
      </p:sp>
      <p:sp>
        <p:nvSpPr>
          <p:cNvPr id="3075" name="object 7"/>
          <p:cNvSpPr>
            <a:spLocks noChangeArrowheads="1"/>
          </p:cNvSpPr>
          <p:nvPr/>
        </p:nvSpPr>
        <p:spPr bwMode="auto">
          <a:xfrm>
            <a:off x="3486150" y="5641975"/>
            <a:ext cx="2297113" cy="307975"/>
          </a:xfrm>
          <a:custGeom>
            <a:avLst/>
            <a:gdLst>
              <a:gd name="T0" fmla="*/ 2147483647 w 21600"/>
              <a:gd name="T1" fmla="*/ 0 h 21600"/>
              <a:gd name="T2" fmla="*/ 2147483647 w 21600"/>
              <a:gd name="T3" fmla="*/ 2147483647 h 21600"/>
              <a:gd name="T4" fmla="*/ 2147483647 w 21600"/>
              <a:gd name="T5" fmla="*/ 2147483647 h 21600"/>
              <a:gd name="T6" fmla="*/ 0 w 21600"/>
              <a:gd name="T7" fmla="*/ 2147483647 h 21600"/>
              <a:gd name="T8" fmla="*/ 17694720 60000 65536"/>
              <a:gd name="T9" fmla="*/ 0 60000 65536"/>
              <a:gd name="T10" fmla="*/ 5898240 60000 65536"/>
              <a:gd name="T11" fmla="*/ 11796480 60000 65536"/>
              <a:gd name="T12" fmla="*/ 0 w 21600"/>
              <a:gd name="T13" fmla="*/ 0 h 21600"/>
              <a:gd name="T14" fmla="*/ 21600 w 21600"/>
              <a:gd name="T15" fmla="*/ 216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marL="11113">
              <a:spcAft>
                <a:spcPts val="1413"/>
              </a:spcAft>
              <a:buChar char="•"/>
              <a:defRPr sz="32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4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9pPr>
          </a:lstStyle>
          <a:p>
            <a:pPr algn="ctr" eaLnBrk="1">
              <a:spcAft>
                <a:spcPct val="0"/>
              </a:spcAft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Tahoma" pitchFamily="34" charset="0"/>
              </a:rPr>
              <a:t>Day and Date</a:t>
            </a:r>
          </a:p>
        </p:txBody>
      </p:sp>
      <p:sp>
        <p:nvSpPr>
          <p:cNvPr id="3076" name="object 5"/>
          <p:cNvSpPr>
            <a:spLocks/>
          </p:cNvSpPr>
          <p:nvPr/>
        </p:nvSpPr>
        <p:spPr bwMode="auto">
          <a:xfrm>
            <a:off x="303213" y="104775"/>
            <a:ext cx="8662987" cy="81280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0 h 21600"/>
              <a:gd name="T4" fmla="*/ 2147483647 w 21600"/>
              <a:gd name="T5" fmla="*/ 2147483647 h 21600"/>
              <a:gd name="T6" fmla="*/ 0 w 21600"/>
              <a:gd name="T7" fmla="*/ 2147483647 h 21600"/>
              <a:gd name="T8" fmla="*/ 0 w 21600"/>
              <a:gd name="T9" fmla="*/ 0 h 2160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1600"/>
              <a:gd name="T16" fmla="*/ 0 h 21600"/>
              <a:gd name="T17" fmla="*/ 21600 w 21600"/>
              <a:gd name="T18" fmla="*/ 21600 h 2160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3077" name="object 7"/>
          <p:cNvSpPr txBox="1">
            <a:spLocks noChangeArrowheads="1"/>
          </p:cNvSpPr>
          <p:nvPr/>
        </p:nvSpPr>
        <p:spPr bwMode="auto">
          <a:xfrm>
            <a:off x="588963" y="238125"/>
            <a:ext cx="8091487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Ctr="1">
            <a:spAutoFit/>
          </a:bodyPr>
          <a:lstStyle>
            <a:lvl1pPr marL="11113">
              <a:spcAft>
                <a:spcPts val="1413"/>
              </a:spcAft>
              <a:buChar char="•"/>
              <a:defRPr sz="32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4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9pPr>
          </a:lstStyle>
          <a:p>
            <a:pPr algn="ctr" eaLnBrk="1">
              <a:spcAft>
                <a:spcPct val="0"/>
              </a:spcAft>
              <a:buFontTx/>
              <a:buNone/>
            </a:pPr>
            <a:r>
              <a:rPr lang="en-US" altLang="en-US" sz="3600">
                <a:solidFill>
                  <a:srgbClr val="FFFFFF"/>
                </a:solidFill>
                <a:latin typeface="Tahoma" pitchFamily="34" charset="0"/>
                <a:cs typeface="Tahoma" pitchFamily="34" charset="0"/>
              </a:rPr>
              <a:t>Title</a:t>
            </a:r>
            <a:endParaRPr lang="en-US" altLang="en-US" sz="2800">
              <a:solidFill>
                <a:srgbClr val="FFFFFF"/>
              </a:solidFill>
              <a:latin typeface="Tahoma" pitchFamily="34" charset="0"/>
              <a:cs typeface="Tahoma" pitchFamily="34" charset="0"/>
            </a:endParaRPr>
          </a:p>
        </p:txBody>
      </p:sp>
    </p:spTree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object 5"/>
          <p:cNvSpPr>
            <a:spLocks/>
          </p:cNvSpPr>
          <p:nvPr/>
        </p:nvSpPr>
        <p:spPr bwMode="auto">
          <a:xfrm>
            <a:off x="303213" y="104775"/>
            <a:ext cx="8662987" cy="81280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0 h 21600"/>
              <a:gd name="T4" fmla="*/ 2147483647 w 21600"/>
              <a:gd name="T5" fmla="*/ 2147483647 h 21600"/>
              <a:gd name="T6" fmla="*/ 0 w 21600"/>
              <a:gd name="T7" fmla="*/ 2147483647 h 21600"/>
              <a:gd name="T8" fmla="*/ 0 w 21600"/>
              <a:gd name="T9" fmla="*/ 0 h 2160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1600"/>
              <a:gd name="T16" fmla="*/ 0 h 21600"/>
              <a:gd name="T17" fmla="*/ 21600 w 21600"/>
              <a:gd name="T18" fmla="*/ 21600 h 2160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5" name="TextBox 6"/>
          <p:cNvSpPr txBox="1">
            <a:spLocks noChangeArrowheads="1"/>
          </p:cNvSpPr>
          <p:nvPr/>
        </p:nvSpPr>
        <p:spPr bwMode="auto">
          <a:xfrm>
            <a:off x="303213" y="1336675"/>
            <a:ext cx="8662987" cy="39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4" tIns="44997" rIns="90004" bIns="44997">
            <a:spAutoFit/>
          </a:bodyPr>
          <a:lstStyle>
            <a:lvl1pPr>
              <a:spcAft>
                <a:spcPts val="1413"/>
              </a:spcAft>
              <a:buChar char="•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1pPr>
            <a:lvl2pPr marL="742950" indent="-28575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2pPr>
            <a:lvl3pPr marL="11430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3pPr>
            <a:lvl4pPr marL="1600200" indent="-22860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4pPr>
            <a:lvl5pPr marL="20574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9pPr>
          </a:lstStyle>
          <a:p>
            <a:pPr algn="just" eaLnBrk="1">
              <a:spcAft>
                <a:spcPct val="0"/>
              </a:spcAft>
              <a:buFontTx/>
              <a:buNone/>
            </a:pPr>
            <a:r>
              <a:rPr lang="en-US" altLang="en-US" sz="200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Add Items</a:t>
            </a:r>
          </a:p>
        </p:txBody>
      </p:sp>
      <p:sp>
        <p:nvSpPr>
          <p:cNvPr id="4100" name="object 7"/>
          <p:cNvSpPr txBox="1">
            <a:spLocks noChangeArrowheads="1"/>
          </p:cNvSpPr>
          <p:nvPr/>
        </p:nvSpPr>
        <p:spPr bwMode="auto">
          <a:xfrm>
            <a:off x="588963" y="238125"/>
            <a:ext cx="8091487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Ctr="1">
            <a:spAutoFit/>
          </a:bodyPr>
          <a:lstStyle>
            <a:lvl1pPr marL="11113">
              <a:spcAft>
                <a:spcPts val="1413"/>
              </a:spcAft>
              <a:buChar char="•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1pPr>
            <a:lvl2pPr marL="685800" indent="-22860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2pPr>
            <a:lvl3pPr marL="11430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3pPr>
            <a:lvl4pPr marL="1600200" indent="-22860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4pPr>
            <a:lvl5pPr marL="20574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9pPr>
          </a:lstStyle>
          <a:p>
            <a:pPr algn="ctr" eaLnBrk="1">
              <a:spcAft>
                <a:spcPct val="0"/>
              </a:spcAft>
              <a:buFontTx/>
              <a:buNone/>
            </a:pPr>
            <a:r>
              <a:rPr lang="en-US" altLang="en-US" sz="3600">
                <a:solidFill>
                  <a:srgbClr val="FFFFFF"/>
                </a:solidFill>
                <a:latin typeface="Tahoma" pitchFamily="34" charset="0"/>
                <a:cs typeface="Tahoma" pitchFamily="34" charset="0"/>
              </a:rPr>
              <a:t>Agenda</a:t>
            </a:r>
            <a:endParaRPr lang="en-US" altLang="en-US" sz="2800">
              <a:solidFill>
                <a:srgbClr val="FFFFFF"/>
              </a:solidFill>
              <a:latin typeface="Tahoma" pitchFamily="34" charset="0"/>
              <a:cs typeface="Tahoma" pitchFamily="34" charset="0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object 5"/>
          <p:cNvSpPr>
            <a:spLocks/>
          </p:cNvSpPr>
          <p:nvPr/>
        </p:nvSpPr>
        <p:spPr bwMode="auto">
          <a:xfrm>
            <a:off x="303213" y="104775"/>
            <a:ext cx="8662987" cy="81280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0 h 21600"/>
              <a:gd name="T4" fmla="*/ 2147483647 w 21600"/>
              <a:gd name="T5" fmla="*/ 2147483647 h 21600"/>
              <a:gd name="T6" fmla="*/ 0 w 21600"/>
              <a:gd name="T7" fmla="*/ 2147483647 h 21600"/>
              <a:gd name="T8" fmla="*/ 0 w 21600"/>
              <a:gd name="T9" fmla="*/ 0 h 2160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1600"/>
              <a:gd name="T16" fmla="*/ 0 h 21600"/>
              <a:gd name="T17" fmla="*/ 21600 w 21600"/>
              <a:gd name="T18" fmla="*/ 21600 h 2160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5" name="TextBox 6"/>
          <p:cNvSpPr txBox="1">
            <a:spLocks noChangeArrowheads="1"/>
          </p:cNvSpPr>
          <p:nvPr/>
        </p:nvSpPr>
        <p:spPr bwMode="auto">
          <a:xfrm>
            <a:off x="303213" y="1336675"/>
            <a:ext cx="8662987" cy="39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4" tIns="44997" rIns="90004" bIns="44997">
            <a:spAutoFit/>
          </a:bodyPr>
          <a:lstStyle>
            <a:lvl1pPr>
              <a:spcAft>
                <a:spcPts val="1413"/>
              </a:spcAft>
              <a:buChar char="•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1pPr>
            <a:lvl2pPr marL="742950" indent="-28575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2pPr>
            <a:lvl3pPr marL="11430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3pPr>
            <a:lvl4pPr marL="1600200" indent="-22860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4pPr>
            <a:lvl5pPr marL="20574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9pPr>
          </a:lstStyle>
          <a:p>
            <a:pPr algn="just" eaLnBrk="1">
              <a:spcAft>
                <a:spcPct val="0"/>
              </a:spcAft>
              <a:buFontTx/>
              <a:buNone/>
            </a:pPr>
            <a:r>
              <a:rPr lang="en-US" altLang="en-US" sz="200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Add Text</a:t>
            </a:r>
          </a:p>
        </p:txBody>
      </p:sp>
      <p:sp>
        <p:nvSpPr>
          <p:cNvPr id="5124" name="object 7"/>
          <p:cNvSpPr txBox="1">
            <a:spLocks noChangeArrowheads="1"/>
          </p:cNvSpPr>
          <p:nvPr/>
        </p:nvSpPr>
        <p:spPr bwMode="auto">
          <a:xfrm>
            <a:off x="588963" y="238125"/>
            <a:ext cx="8091487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Ctr="1">
            <a:spAutoFit/>
          </a:bodyPr>
          <a:lstStyle>
            <a:lvl1pPr marL="11113">
              <a:spcAft>
                <a:spcPts val="1413"/>
              </a:spcAft>
              <a:buChar char="•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1pPr>
            <a:lvl2pPr marL="685800" indent="-22860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2pPr>
            <a:lvl3pPr marL="11430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3pPr>
            <a:lvl4pPr marL="1600200" indent="-22860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4pPr>
            <a:lvl5pPr marL="20574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9pPr>
          </a:lstStyle>
          <a:p>
            <a:pPr algn="ctr" eaLnBrk="1">
              <a:spcAft>
                <a:spcPct val="0"/>
              </a:spcAft>
              <a:buFontTx/>
              <a:buNone/>
            </a:pPr>
            <a:r>
              <a:rPr lang="en-US" altLang="en-US" sz="3600">
                <a:solidFill>
                  <a:srgbClr val="FFFFFF"/>
                </a:solidFill>
                <a:latin typeface="Tahoma" pitchFamily="34" charset="0"/>
                <a:cs typeface="Tahoma" pitchFamily="34" charset="0"/>
              </a:rPr>
              <a:t>Conclusion</a:t>
            </a:r>
            <a:endParaRPr lang="en-US" altLang="en-US" sz="2800">
              <a:solidFill>
                <a:srgbClr val="FFFFFF"/>
              </a:solidFill>
              <a:latin typeface="Tahoma" pitchFamily="34" charset="0"/>
              <a:cs typeface="Tahoma" pitchFamily="34" charset="0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utoUpdateAnimBg="0"/>
    </p:bldLst>
  </p:timing>
</p:sld>
</file>

<file path=ppt/theme/theme1.xml><?xml version="1.0" encoding="utf-8"?>
<a:theme xmlns:a="http://schemas.openxmlformats.org/drawingml/2006/main" name="Default">
  <a:themeElements>
    <a:clrScheme name="Defaul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FFFFFF"/>
      </a:accent3>
      <a:accent4>
        <a:srgbClr val="000000"/>
      </a:accent4>
      <a:accent5>
        <a:srgbClr val="B5CBE7"/>
      </a:accent5>
      <a:accent6>
        <a:srgbClr val="D7712B"/>
      </a:accent6>
      <a:hlink>
        <a:srgbClr val="0563C1"/>
      </a:hlink>
      <a:folHlink>
        <a:srgbClr val="954F72"/>
      </a:folHlink>
    </a:clrScheme>
    <a:fontScheme name="Default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en-US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  <a:ea typeface="Microsoft YaHei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en-US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  <a:ea typeface="Microsoft YaHei" pitchFamily="34" charset="-122"/>
          </a:defRPr>
        </a:defPPr>
      </a:lstStyle>
    </a:lnDef>
  </a:objectDefaults>
  <a:extraClrSchemeLst>
    <a:extraClrScheme>
      <a:clrScheme name="Default 1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FFFFFF"/>
        </a:accent3>
        <a:accent4>
          <a:srgbClr val="000000"/>
        </a:accent4>
        <a:accent5>
          <a:srgbClr val="B5CBE7"/>
        </a:accent5>
        <a:accent6>
          <a:srgbClr val="D7712B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Default 1">
  <a:themeElements>
    <a:clrScheme name="Default 1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FFFFFF"/>
      </a:accent3>
      <a:accent4>
        <a:srgbClr val="000000"/>
      </a:accent4>
      <a:accent5>
        <a:srgbClr val="B5CBE7"/>
      </a:accent5>
      <a:accent6>
        <a:srgbClr val="D7712B"/>
      </a:accent6>
      <a:hlink>
        <a:srgbClr val="0563C1"/>
      </a:hlink>
      <a:folHlink>
        <a:srgbClr val="954F72"/>
      </a:folHlink>
    </a:clrScheme>
    <a:fontScheme name="Default 1">
      <a:majorFont>
        <a:latin typeface="Tahoma"/>
        <a:ea typeface="Microsoft YaHei"/>
        <a:cs typeface=""/>
      </a:majorFont>
      <a:minorFont>
        <a:latin typeface="Times New Roman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en-US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  <a:ea typeface="Microsoft YaHei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en-US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  <a:ea typeface="Microsoft YaHei" pitchFamily="34" charset="-122"/>
          </a:defRPr>
        </a:defPPr>
      </a:lstStyle>
    </a:lnDef>
  </a:objectDefaults>
  <a:extraClrSchemeLst>
    <a:extraClrScheme>
      <a:clrScheme name="Default 1 1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FFFFFF"/>
        </a:accent3>
        <a:accent4>
          <a:srgbClr val="000000"/>
        </a:accent4>
        <a:accent5>
          <a:srgbClr val="B5CBE7"/>
        </a:accent5>
        <a:accent6>
          <a:srgbClr val="D7712B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FFFFFF"/>
      </a:accent3>
      <a:accent4>
        <a:srgbClr val="000000"/>
      </a:accent4>
      <a:accent5>
        <a:srgbClr val="B5CBE7"/>
      </a:accent5>
      <a:accent6>
        <a:srgbClr val="D7712B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Pages>0</Pages>
  <Words>26</Words>
  <Characters>0</Characters>
  <Application>Microsoft Macintosh PowerPoint</Application>
  <DocSecurity>0</DocSecurity>
  <PresentationFormat>On-screen Show (4:3)</PresentationFormat>
  <Lines>0</Lines>
  <Paragraphs>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Arial</vt:lpstr>
      <vt:lpstr>Calibri</vt:lpstr>
      <vt:lpstr>StarSymbol</vt:lpstr>
      <vt:lpstr>Tahoma</vt:lpstr>
      <vt:lpstr>Times New Roman</vt:lpstr>
      <vt:lpstr>Default</vt:lpstr>
      <vt:lpstr>Default 1</vt:lpstr>
      <vt:lpstr>PowerPoint Presentation</vt:lpstr>
      <vt:lpstr>PowerPoint Presentation</vt:lpstr>
      <vt:lpstr>PowerPoint Presentation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Pankaj Kamthan</dc:creator>
  <cp:lastModifiedBy>Michaël Pouget</cp:lastModifiedBy>
  <cp:revision>46</cp:revision>
  <dcterms:created xsi:type="dcterms:W3CDTF">2016-04-06T04:18:14Z</dcterms:created>
  <dcterms:modified xsi:type="dcterms:W3CDTF">2026-03-30T18:45:46Z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1033-9.1.0.4550</vt:lpwstr>
  </property>
</Properties>
</file>
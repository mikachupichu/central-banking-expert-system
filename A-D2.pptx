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0" r:id="rId2"/>
  </p:sldMasterIdLst>
  <p:notesMasterIdLst>
    <p:notesMasterId r:id="rId13"/>
  </p:notesMasterIdLst>
  <p:sldIdLst>
    <p:sldId id="273" r:id="rId3"/>
    <p:sldId id="285" r:id="rId4"/>
    <p:sldId id="288" r:id="rId5"/>
    <p:sldId id="290" r:id="rId6"/>
    <p:sldId id="292" r:id="rId7"/>
    <p:sldId id="293" r:id="rId8"/>
    <p:sldId id="289" r:id="rId9"/>
    <p:sldId id="291" r:id="rId10"/>
    <p:sldId id="294" r:id="rId11"/>
    <p:sldId id="286" r:id="rId12"/>
  </p:sldIdLst>
  <p:sldSz cx="9144000" cy="6858000" type="screen4x3"/>
  <p:notesSz cx="7772400" cy="10058400"/>
  <p:defaultTextStyle>
    <a:defPPr>
      <a:defRPr lang="en-US"/>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Microsoft YaHei" pitchFamily="34"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Microsoft YaHei" pitchFamily="34"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Microsoft YaHei" pitchFamily="34"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Microsoft YaHei" pitchFamily="34"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Microsoft YaHei" pitchFamily="34" charset="-122"/>
        <a:cs typeface="+mn-cs"/>
      </a:defRPr>
    </a:lvl5pPr>
    <a:lvl6pPr marL="2286000" algn="l" defTabSz="914400" rtl="0" eaLnBrk="1" latinLnBrk="0" hangingPunct="1">
      <a:defRPr kern="1200">
        <a:solidFill>
          <a:schemeClr val="tx1"/>
        </a:solidFill>
        <a:latin typeface="Calibri" pitchFamily="34" charset="0"/>
        <a:ea typeface="Microsoft YaHei" pitchFamily="34" charset="-122"/>
        <a:cs typeface="+mn-cs"/>
      </a:defRPr>
    </a:lvl6pPr>
    <a:lvl7pPr marL="2743200" algn="l" defTabSz="914400" rtl="0" eaLnBrk="1" latinLnBrk="0" hangingPunct="1">
      <a:defRPr kern="1200">
        <a:solidFill>
          <a:schemeClr val="tx1"/>
        </a:solidFill>
        <a:latin typeface="Calibri" pitchFamily="34" charset="0"/>
        <a:ea typeface="Microsoft YaHei" pitchFamily="34" charset="-122"/>
        <a:cs typeface="+mn-cs"/>
      </a:defRPr>
    </a:lvl7pPr>
    <a:lvl8pPr marL="3200400" algn="l" defTabSz="914400" rtl="0" eaLnBrk="1" latinLnBrk="0" hangingPunct="1">
      <a:defRPr kern="1200">
        <a:solidFill>
          <a:schemeClr val="tx1"/>
        </a:solidFill>
        <a:latin typeface="Calibri" pitchFamily="34" charset="0"/>
        <a:ea typeface="Microsoft YaHei" pitchFamily="34" charset="-122"/>
        <a:cs typeface="+mn-cs"/>
      </a:defRPr>
    </a:lvl8pPr>
    <a:lvl9pPr marL="3657600" algn="l" defTabSz="914400" rtl="0" eaLnBrk="1" latinLnBrk="0" hangingPunct="1">
      <a:defRPr kern="1200">
        <a:solidFill>
          <a:schemeClr val="tx1"/>
        </a:solidFill>
        <a:latin typeface="Calibri" pitchFamily="34" charset="0"/>
        <a:ea typeface="Microsoft YaHei" pitchFamily="34"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56" autoAdjust="0"/>
    <p:restoredTop sz="91183"/>
  </p:normalViewPr>
  <p:slideViewPr>
    <p:cSldViewPr snapToGrid="0">
      <p:cViewPr>
        <p:scale>
          <a:sx n="70" d="100"/>
          <a:sy n="70" d="100"/>
        </p:scale>
        <p:origin x="328" y="24"/>
      </p:cViewPr>
      <p:guideLst>
        <p:guide orient="horz" pos="2160"/>
        <p:guide pos="2880"/>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6146" name="Slide Image Placeholder 1"/>
          <p:cNvSpPr>
            <a:spLocks noGrp="1" noRot="1" noChangeAspect="1" noChangeArrowheads="1"/>
          </p:cNvSpPr>
          <p:nvPr>
            <p:ph type="sldImg" idx="2"/>
          </p:nvPr>
        </p:nvSpPr>
        <p:spPr bwMode="auto">
          <a:xfrm>
            <a:off x="1371600" y="763588"/>
            <a:ext cx="50292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4099" name="Notes Placeholder 2"/>
          <p:cNvSpPr txBox="1">
            <a:spLocks noGrp="1" noChangeArrowheads="1"/>
          </p:cNvSpPr>
          <p:nvPr>
            <p:ph type="body" sz="quarter" idx="3"/>
          </p:nvPr>
        </p:nvSpPr>
        <p:spPr bwMode="auto">
          <a:xfrm>
            <a:off x="777875" y="4776788"/>
            <a:ext cx="621665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endParaRPr lang="en-US" altLang="en-US" noProof="0"/>
          </a:p>
        </p:txBody>
      </p:sp>
      <p:sp>
        <p:nvSpPr>
          <p:cNvPr id="4100" name="Header Placeholder 3"/>
          <p:cNvSpPr txBox="1">
            <a:spLocks noGrp="1" noChangeArrowheads="1"/>
          </p:cNvSpPr>
          <p:nvPr>
            <p:ph type="hdr" sz="quarter"/>
          </p:nvPr>
        </p:nvSpPr>
        <p:spPr bwMode="auto">
          <a:xfrm>
            <a:off x="0" y="0"/>
            <a:ext cx="33734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eaLnBrk="1">
              <a:defRPr sz="1400">
                <a:solidFill>
                  <a:srgbClr val="000000"/>
                </a:solidFill>
                <a:latin typeface="Times New Roman" pitchFamily="18" charset="0"/>
                <a:ea typeface="Arial Unicode MS" pitchFamily="34" charset="-128"/>
                <a:cs typeface="Arial Unicode MS" pitchFamily="34" charset="-128"/>
              </a:defRPr>
            </a:lvl1pPr>
          </a:lstStyle>
          <a:p>
            <a:pPr>
              <a:defRPr/>
            </a:pPr>
            <a:endParaRPr lang="en-US" altLang="en-US"/>
          </a:p>
        </p:txBody>
      </p:sp>
      <p:sp>
        <p:nvSpPr>
          <p:cNvPr id="4101" name="Date Placeholder 4"/>
          <p:cNvSpPr txBox="1">
            <a:spLocks noGrp="1" noChangeArrowheads="1"/>
          </p:cNvSpPr>
          <p:nvPr>
            <p:ph type="dt" idx="1"/>
          </p:nvPr>
        </p:nvSpPr>
        <p:spPr bwMode="auto">
          <a:xfrm>
            <a:off x="4398963" y="0"/>
            <a:ext cx="33718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r" eaLnBrk="1">
              <a:defRPr sz="1400">
                <a:solidFill>
                  <a:srgbClr val="000000"/>
                </a:solidFill>
                <a:latin typeface="Times New Roman" pitchFamily="18" charset="0"/>
                <a:ea typeface="Arial Unicode MS" pitchFamily="34" charset="-128"/>
                <a:cs typeface="Arial Unicode MS" pitchFamily="34" charset="-128"/>
              </a:defRPr>
            </a:lvl1pPr>
          </a:lstStyle>
          <a:p>
            <a:pPr>
              <a:defRPr/>
            </a:pPr>
            <a:endParaRPr lang="en-US" altLang="en-US"/>
          </a:p>
        </p:txBody>
      </p:sp>
      <p:sp>
        <p:nvSpPr>
          <p:cNvPr id="4102" name="Footer Placeholder 5"/>
          <p:cNvSpPr txBox="1">
            <a:spLocks noGrp="1" noChangeArrowheads="1"/>
          </p:cNvSpPr>
          <p:nvPr>
            <p:ph type="ftr" sz="quarter" idx="4"/>
          </p:nvPr>
        </p:nvSpPr>
        <p:spPr bwMode="auto">
          <a:xfrm>
            <a:off x="0" y="9555163"/>
            <a:ext cx="3373438"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eaLnBrk="1">
              <a:defRPr sz="1400">
                <a:solidFill>
                  <a:srgbClr val="000000"/>
                </a:solidFill>
                <a:latin typeface="Times New Roman" pitchFamily="18" charset="0"/>
                <a:ea typeface="Arial Unicode MS" pitchFamily="34" charset="-128"/>
                <a:cs typeface="Arial Unicode MS" pitchFamily="34" charset="-128"/>
              </a:defRPr>
            </a:lvl1pPr>
          </a:lstStyle>
          <a:p>
            <a:pPr>
              <a:defRPr/>
            </a:pPr>
            <a:endParaRPr lang="en-US" altLang="en-US"/>
          </a:p>
        </p:txBody>
      </p:sp>
      <p:sp>
        <p:nvSpPr>
          <p:cNvPr id="4103" name="Slide Number Placeholder 6"/>
          <p:cNvSpPr txBox="1">
            <a:spLocks noGrp="1" noChangeArrowheads="1"/>
          </p:cNvSpPr>
          <p:nvPr>
            <p:ph type="sldNum" sz="quarter" idx="5"/>
          </p:nvPr>
        </p:nvSpPr>
        <p:spPr bwMode="auto">
          <a:xfrm>
            <a:off x="4398963" y="9555163"/>
            <a:ext cx="33718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r" eaLnBrk="1">
              <a:defRPr sz="1400">
                <a:solidFill>
                  <a:srgbClr val="000000"/>
                </a:solidFill>
                <a:latin typeface="Times New Roman" pitchFamily="18" charset="0"/>
                <a:ea typeface="Arial Unicode MS" pitchFamily="34" charset="-128"/>
                <a:cs typeface="Arial Unicode MS" pitchFamily="34" charset="-128"/>
              </a:defRPr>
            </a:lvl1pPr>
          </a:lstStyle>
          <a:p>
            <a:pPr>
              <a:defRPr/>
            </a:pPr>
            <a:fld id="{AD94AA6B-3ABA-47DA-87CE-33CD82AE77AC}" type="slidenum">
              <a:rPr lang="en-US" altLang="en-US"/>
              <a:pPr>
                <a:defRPr/>
              </a:pPr>
              <a:t>‹#›</a:t>
            </a:fld>
            <a:endParaRPr lang="en-US" altLang="en-US"/>
          </a:p>
        </p:txBody>
      </p:sp>
    </p:spTree>
    <p:extLst>
      <p:ext uri="{BB962C8B-B14F-4D97-AF65-F5344CB8AC3E}">
        <p14:creationId xmlns:p14="http://schemas.microsoft.com/office/powerpoint/2010/main" val="1575682056"/>
      </p:ext>
    </p:extLst>
  </p:cSld>
  <p:clrMap bg1="lt1" tx1="dk1" bg2="lt2" tx2="dk2" accent1="accent1" accent2="accent2" accent3="accent3" accent4="accent4" accent5="accent5" accent6="accent6" hlink="hlink" folHlink="folHlink"/>
  <p:notesStyle>
    <a:lvl1pPr marL="215900" indent="-215900" algn="l" rtl="0" eaLnBrk="0" fontAlgn="base" hangingPunct="0">
      <a:spcBef>
        <a:spcPct val="0"/>
      </a:spcBef>
      <a:spcAft>
        <a:spcPct val="0"/>
      </a:spcAft>
      <a:defRPr sz="2000" kern="1200">
        <a:solidFill>
          <a:srgbClr val="000000"/>
        </a:solidFill>
        <a:latin typeface="Arial" pitchFamily="34" charset="0"/>
        <a:ea typeface="Microsoft YaHei" pitchFamily="34" charset="-122"/>
        <a:cs typeface="+mn-cs"/>
      </a:defRPr>
    </a:lvl1pPr>
    <a:lvl2pPr marL="742950" indent="-285750" algn="l" rtl="0" eaLnBrk="0" fontAlgn="base" hangingPunct="0">
      <a:spcBef>
        <a:spcPct val="30000"/>
      </a:spcBef>
      <a:spcAft>
        <a:spcPct val="0"/>
      </a:spcAft>
      <a:defRPr sz="1200" kern="1200">
        <a:solidFill>
          <a:schemeClr val="tx1"/>
        </a:solidFill>
        <a:latin typeface="Calibri" pitchFamily="34" charset="0"/>
        <a:ea typeface="Microsoft YaHei" pitchFamily="34" charset="-122"/>
        <a:cs typeface="+mn-cs"/>
      </a:defRPr>
    </a:lvl2pPr>
    <a:lvl3pPr marL="1143000" indent="-228600" algn="l" rtl="0" eaLnBrk="0" fontAlgn="base" hangingPunct="0">
      <a:spcBef>
        <a:spcPct val="30000"/>
      </a:spcBef>
      <a:spcAft>
        <a:spcPct val="0"/>
      </a:spcAft>
      <a:defRPr sz="1200" kern="1200">
        <a:solidFill>
          <a:schemeClr val="tx1"/>
        </a:solidFill>
        <a:latin typeface="Calibri" pitchFamily="34" charset="0"/>
        <a:ea typeface="Microsoft YaHei" pitchFamily="34" charset="-122"/>
        <a:cs typeface="+mn-cs"/>
      </a:defRPr>
    </a:lvl3pPr>
    <a:lvl4pPr marL="1600200" indent="-228600" algn="l" rtl="0" eaLnBrk="0" fontAlgn="base" hangingPunct="0">
      <a:spcBef>
        <a:spcPct val="30000"/>
      </a:spcBef>
      <a:spcAft>
        <a:spcPct val="0"/>
      </a:spcAft>
      <a:defRPr sz="1200" kern="1200">
        <a:solidFill>
          <a:schemeClr val="tx1"/>
        </a:solidFill>
        <a:latin typeface="Calibri" pitchFamily="34" charset="0"/>
        <a:ea typeface="Microsoft YaHei" pitchFamily="34" charset="-122"/>
        <a:cs typeface="+mn-cs"/>
      </a:defRPr>
    </a:lvl4pPr>
    <a:lvl5pPr marL="2057400" indent="-228600" algn="l" rtl="0" eaLnBrk="0" fontAlgn="base" hangingPunct="0">
      <a:spcBef>
        <a:spcPct val="30000"/>
      </a:spcBef>
      <a:spcAft>
        <a:spcPct val="0"/>
      </a:spcAft>
      <a:defRPr sz="1200" kern="1200">
        <a:solidFill>
          <a:schemeClr val="tx1"/>
        </a:solidFill>
        <a:latin typeface="Calibri" pitchFamily="34" charset="0"/>
        <a:ea typeface="Microsoft YaHei"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3"/>
          <p:cNvSpPr txBox="1">
            <a:spLocks noGrp="1" noChangeArrowheads="1"/>
          </p:cNvSpPr>
          <p:nvPr>
            <p:ph type="dt" sz="half" idx="11"/>
          </p:nvPr>
        </p:nvSpPr>
        <p:spPr>
          <a:ln/>
        </p:spPr>
        <p:txBody>
          <a:bodyPr/>
          <a:lstStyle>
            <a:lvl1pPr>
              <a:defRPr/>
            </a:lvl1pPr>
          </a:lstStyle>
          <a:p>
            <a:pPr>
              <a:defRPr/>
            </a:pPr>
            <a:fld id="{0BA4D175-F3B0-4107-B202-FEF209F2F612}" type="datetime1">
              <a:rPr lang="en-US" altLang="en-US"/>
              <a:pPr>
                <a:defRPr/>
              </a:pPr>
              <a:t>4/9/26</a:t>
            </a:fld>
            <a:endParaRPr lang="en-US" altLang="en-US"/>
          </a:p>
        </p:txBody>
      </p:sp>
      <p:sp>
        <p:nvSpPr>
          <p:cNvPr id="6" name="Holder 4"/>
          <p:cNvSpPr txBox="1">
            <a:spLocks noGrp="1" noChangeArrowheads="1"/>
          </p:cNvSpPr>
          <p:nvPr>
            <p:ph type="sldNum" sz="quarter" idx="12"/>
          </p:nvPr>
        </p:nvSpPr>
        <p:spPr>
          <a:ln/>
        </p:spPr>
        <p:txBody>
          <a:bodyPr/>
          <a:lstStyle>
            <a:lvl1pPr>
              <a:defRPr/>
            </a:lvl1pPr>
          </a:lstStyle>
          <a:p>
            <a:pPr>
              <a:defRPr/>
            </a:pPr>
            <a:fld id="{04962C77-0561-41E1-87A1-A3DA5E671ABD}" type="slidenum">
              <a:rPr lang="en-US" altLang="en-US"/>
              <a:pPr>
                <a:defRPr/>
              </a:pPr>
              <a:t>‹#›</a:t>
            </a:fld>
            <a:endParaRPr lang="en-US" altLang="en-US"/>
          </a:p>
        </p:txBody>
      </p:sp>
    </p:spTree>
    <p:extLst>
      <p:ext uri="{BB962C8B-B14F-4D97-AF65-F5344CB8AC3E}">
        <p14:creationId xmlns:p14="http://schemas.microsoft.com/office/powerpoint/2010/main" val="737404703"/>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3"/>
          <p:cNvSpPr txBox="1">
            <a:spLocks noGrp="1" noChangeArrowheads="1"/>
          </p:cNvSpPr>
          <p:nvPr>
            <p:ph type="dt" sz="half" idx="11"/>
          </p:nvPr>
        </p:nvSpPr>
        <p:spPr>
          <a:ln/>
        </p:spPr>
        <p:txBody>
          <a:bodyPr/>
          <a:lstStyle>
            <a:lvl1pPr>
              <a:defRPr/>
            </a:lvl1pPr>
          </a:lstStyle>
          <a:p>
            <a:pPr>
              <a:defRPr/>
            </a:pPr>
            <a:fld id="{82F75ECD-EA29-4C60-BB97-7FA329FBBD53}" type="datetime1">
              <a:rPr lang="en-US" altLang="en-US"/>
              <a:pPr>
                <a:defRPr/>
              </a:pPr>
              <a:t>4/9/26</a:t>
            </a:fld>
            <a:endParaRPr lang="en-US" altLang="en-US"/>
          </a:p>
        </p:txBody>
      </p:sp>
      <p:sp>
        <p:nvSpPr>
          <p:cNvPr id="6" name="Holder 4"/>
          <p:cNvSpPr txBox="1">
            <a:spLocks noGrp="1" noChangeArrowheads="1"/>
          </p:cNvSpPr>
          <p:nvPr>
            <p:ph type="sldNum" sz="quarter" idx="12"/>
          </p:nvPr>
        </p:nvSpPr>
        <p:spPr>
          <a:ln/>
        </p:spPr>
        <p:txBody>
          <a:bodyPr/>
          <a:lstStyle>
            <a:lvl1pPr>
              <a:defRPr/>
            </a:lvl1pPr>
          </a:lstStyle>
          <a:p>
            <a:pPr>
              <a:defRPr/>
            </a:pPr>
            <a:fld id="{7578CDEA-84A3-41CC-95F3-8F27A923EB84}" type="slidenum">
              <a:rPr lang="en-US" altLang="en-US"/>
              <a:pPr>
                <a:defRPr/>
              </a:pPr>
              <a:t>‹#›</a:t>
            </a:fld>
            <a:endParaRPr lang="en-US" altLang="en-US"/>
          </a:p>
        </p:txBody>
      </p:sp>
    </p:spTree>
    <p:extLst>
      <p:ext uri="{BB962C8B-B14F-4D97-AF65-F5344CB8AC3E}">
        <p14:creationId xmlns:p14="http://schemas.microsoft.com/office/powerpoint/2010/main" val="1668740935"/>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3"/>
          <p:cNvSpPr txBox="1">
            <a:spLocks noGrp="1" noChangeArrowheads="1"/>
          </p:cNvSpPr>
          <p:nvPr>
            <p:ph type="dt" sz="half" idx="11"/>
          </p:nvPr>
        </p:nvSpPr>
        <p:spPr>
          <a:ln/>
        </p:spPr>
        <p:txBody>
          <a:bodyPr/>
          <a:lstStyle>
            <a:lvl1pPr>
              <a:defRPr/>
            </a:lvl1pPr>
          </a:lstStyle>
          <a:p>
            <a:pPr>
              <a:defRPr/>
            </a:pPr>
            <a:fld id="{649DB78C-F225-4086-9256-525EC88C048A}" type="datetime1">
              <a:rPr lang="en-US" altLang="en-US"/>
              <a:pPr>
                <a:defRPr/>
              </a:pPr>
              <a:t>4/9/26</a:t>
            </a:fld>
            <a:endParaRPr lang="en-US" altLang="en-US"/>
          </a:p>
        </p:txBody>
      </p:sp>
      <p:sp>
        <p:nvSpPr>
          <p:cNvPr id="6" name="Holder 4"/>
          <p:cNvSpPr txBox="1">
            <a:spLocks noGrp="1" noChangeArrowheads="1"/>
          </p:cNvSpPr>
          <p:nvPr>
            <p:ph type="sldNum" sz="quarter" idx="12"/>
          </p:nvPr>
        </p:nvSpPr>
        <p:spPr>
          <a:ln/>
        </p:spPr>
        <p:txBody>
          <a:bodyPr/>
          <a:lstStyle>
            <a:lvl1pPr>
              <a:defRPr/>
            </a:lvl1pPr>
          </a:lstStyle>
          <a:p>
            <a:pPr>
              <a:defRPr/>
            </a:pPr>
            <a:fld id="{18186F7A-B7B7-48D1-AE5C-33E4D2379D25}" type="slidenum">
              <a:rPr lang="en-US" altLang="en-US"/>
              <a:pPr>
                <a:defRPr/>
              </a:pPr>
              <a:t>‹#›</a:t>
            </a:fld>
            <a:endParaRPr lang="en-US" altLang="en-US"/>
          </a:p>
        </p:txBody>
      </p:sp>
    </p:spTree>
    <p:extLst>
      <p:ext uri="{BB962C8B-B14F-4D97-AF65-F5344CB8AC3E}">
        <p14:creationId xmlns:p14="http://schemas.microsoft.com/office/powerpoint/2010/main" val="3661785669"/>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4963"/>
            <a:ext cx="40386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4963"/>
            <a:ext cx="40386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6" name="Holder 3"/>
          <p:cNvSpPr txBox="1">
            <a:spLocks noGrp="1" noChangeArrowheads="1"/>
          </p:cNvSpPr>
          <p:nvPr>
            <p:ph type="dt" sz="half" idx="11"/>
          </p:nvPr>
        </p:nvSpPr>
        <p:spPr>
          <a:ln/>
        </p:spPr>
        <p:txBody>
          <a:bodyPr/>
          <a:lstStyle>
            <a:lvl1pPr>
              <a:defRPr/>
            </a:lvl1pPr>
          </a:lstStyle>
          <a:p>
            <a:pPr>
              <a:defRPr/>
            </a:pPr>
            <a:fld id="{FF8D7825-0402-4C3C-90A2-2BB53533249F}" type="datetime1">
              <a:rPr lang="en-US" altLang="en-US"/>
              <a:pPr>
                <a:defRPr/>
              </a:pPr>
              <a:t>4/9/26</a:t>
            </a:fld>
            <a:endParaRPr lang="en-US" altLang="en-US"/>
          </a:p>
        </p:txBody>
      </p:sp>
      <p:sp>
        <p:nvSpPr>
          <p:cNvPr id="7" name="Holder 4"/>
          <p:cNvSpPr txBox="1">
            <a:spLocks noGrp="1" noChangeArrowheads="1"/>
          </p:cNvSpPr>
          <p:nvPr>
            <p:ph type="sldNum" sz="quarter" idx="12"/>
          </p:nvPr>
        </p:nvSpPr>
        <p:spPr>
          <a:ln/>
        </p:spPr>
        <p:txBody>
          <a:bodyPr/>
          <a:lstStyle>
            <a:lvl1pPr>
              <a:defRPr/>
            </a:lvl1pPr>
          </a:lstStyle>
          <a:p>
            <a:pPr>
              <a:defRPr/>
            </a:pPr>
            <a:fld id="{B2CD6241-6338-4698-A8F9-C13F3A9651F6}" type="slidenum">
              <a:rPr lang="en-US" altLang="en-US"/>
              <a:pPr>
                <a:defRPr/>
              </a:pPr>
              <a:t>‹#›</a:t>
            </a:fld>
            <a:endParaRPr lang="en-US" altLang="en-US"/>
          </a:p>
        </p:txBody>
      </p:sp>
    </p:spTree>
    <p:extLst>
      <p:ext uri="{BB962C8B-B14F-4D97-AF65-F5344CB8AC3E}">
        <p14:creationId xmlns:p14="http://schemas.microsoft.com/office/powerpoint/2010/main" val="3407238142"/>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8" name="Holder 3"/>
          <p:cNvSpPr txBox="1">
            <a:spLocks noGrp="1" noChangeArrowheads="1"/>
          </p:cNvSpPr>
          <p:nvPr>
            <p:ph type="dt" sz="half" idx="11"/>
          </p:nvPr>
        </p:nvSpPr>
        <p:spPr>
          <a:ln/>
        </p:spPr>
        <p:txBody>
          <a:bodyPr/>
          <a:lstStyle>
            <a:lvl1pPr>
              <a:defRPr/>
            </a:lvl1pPr>
          </a:lstStyle>
          <a:p>
            <a:pPr>
              <a:defRPr/>
            </a:pPr>
            <a:fld id="{7685770A-9C07-4AC8-B19B-4480ABB8E987}" type="datetime1">
              <a:rPr lang="en-US" altLang="en-US"/>
              <a:pPr>
                <a:defRPr/>
              </a:pPr>
              <a:t>4/9/26</a:t>
            </a:fld>
            <a:endParaRPr lang="en-US" altLang="en-US"/>
          </a:p>
        </p:txBody>
      </p:sp>
      <p:sp>
        <p:nvSpPr>
          <p:cNvPr id="9" name="Holder 4"/>
          <p:cNvSpPr txBox="1">
            <a:spLocks noGrp="1" noChangeArrowheads="1"/>
          </p:cNvSpPr>
          <p:nvPr>
            <p:ph type="sldNum" sz="quarter" idx="12"/>
          </p:nvPr>
        </p:nvSpPr>
        <p:spPr>
          <a:ln/>
        </p:spPr>
        <p:txBody>
          <a:bodyPr/>
          <a:lstStyle>
            <a:lvl1pPr>
              <a:defRPr/>
            </a:lvl1pPr>
          </a:lstStyle>
          <a:p>
            <a:pPr>
              <a:defRPr/>
            </a:pPr>
            <a:fld id="{7DA64B63-D14A-4D68-A7DD-4D0A146D292B}" type="slidenum">
              <a:rPr lang="en-US" altLang="en-US"/>
              <a:pPr>
                <a:defRPr/>
              </a:pPr>
              <a:t>‹#›</a:t>
            </a:fld>
            <a:endParaRPr lang="en-US" altLang="en-US"/>
          </a:p>
        </p:txBody>
      </p:sp>
    </p:spTree>
    <p:extLst>
      <p:ext uri="{BB962C8B-B14F-4D97-AF65-F5344CB8AC3E}">
        <p14:creationId xmlns:p14="http://schemas.microsoft.com/office/powerpoint/2010/main" val="2052831176"/>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4" name="Holder 3"/>
          <p:cNvSpPr txBox="1">
            <a:spLocks noGrp="1" noChangeArrowheads="1"/>
          </p:cNvSpPr>
          <p:nvPr>
            <p:ph type="dt" sz="half" idx="11"/>
          </p:nvPr>
        </p:nvSpPr>
        <p:spPr>
          <a:ln/>
        </p:spPr>
        <p:txBody>
          <a:bodyPr/>
          <a:lstStyle>
            <a:lvl1pPr>
              <a:defRPr/>
            </a:lvl1pPr>
          </a:lstStyle>
          <a:p>
            <a:pPr>
              <a:defRPr/>
            </a:pPr>
            <a:fld id="{79AB8A4E-9462-4B59-A32B-FF14B49364BC}" type="datetime1">
              <a:rPr lang="en-US" altLang="en-US"/>
              <a:pPr>
                <a:defRPr/>
              </a:pPr>
              <a:t>4/9/26</a:t>
            </a:fld>
            <a:endParaRPr lang="en-US" altLang="en-US"/>
          </a:p>
        </p:txBody>
      </p:sp>
      <p:sp>
        <p:nvSpPr>
          <p:cNvPr id="5" name="Holder 4"/>
          <p:cNvSpPr txBox="1">
            <a:spLocks noGrp="1" noChangeArrowheads="1"/>
          </p:cNvSpPr>
          <p:nvPr>
            <p:ph type="sldNum" sz="quarter" idx="12"/>
          </p:nvPr>
        </p:nvSpPr>
        <p:spPr>
          <a:ln/>
        </p:spPr>
        <p:txBody>
          <a:bodyPr/>
          <a:lstStyle>
            <a:lvl1pPr>
              <a:defRPr/>
            </a:lvl1pPr>
          </a:lstStyle>
          <a:p>
            <a:pPr>
              <a:defRPr/>
            </a:pPr>
            <a:fld id="{C37AC1E6-CB94-4E3D-964E-00669913DE8F}" type="slidenum">
              <a:rPr lang="en-US" altLang="en-US"/>
              <a:pPr>
                <a:defRPr/>
              </a:pPr>
              <a:t>‹#›</a:t>
            </a:fld>
            <a:endParaRPr lang="en-US" altLang="en-US"/>
          </a:p>
        </p:txBody>
      </p:sp>
    </p:spTree>
    <p:extLst>
      <p:ext uri="{BB962C8B-B14F-4D97-AF65-F5344CB8AC3E}">
        <p14:creationId xmlns:p14="http://schemas.microsoft.com/office/powerpoint/2010/main" val="3152817732"/>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3" name="Holder 3"/>
          <p:cNvSpPr txBox="1">
            <a:spLocks noGrp="1" noChangeArrowheads="1"/>
          </p:cNvSpPr>
          <p:nvPr>
            <p:ph type="dt" sz="half" idx="11"/>
          </p:nvPr>
        </p:nvSpPr>
        <p:spPr>
          <a:ln/>
        </p:spPr>
        <p:txBody>
          <a:bodyPr/>
          <a:lstStyle>
            <a:lvl1pPr>
              <a:defRPr/>
            </a:lvl1pPr>
          </a:lstStyle>
          <a:p>
            <a:pPr>
              <a:defRPr/>
            </a:pPr>
            <a:fld id="{A33C9B00-0154-4BE1-B64F-3C4F67AB34DB}" type="datetime1">
              <a:rPr lang="en-US" altLang="en-US"/>
              <a:pPr>
                <a:defRPr/>
              </a:pPr>
              <a:t>4/9/26</a:t>
            </a:fld>
            <a:endParaRPr lang="en-US" altLang="en-US"/>
          </a:p>
        </p:txBody>
      </p:sp>
      <p:sp>
        <p:nvSpPr>
          <p:cNvPr id="4" name="Holder 4"/>
          <p:cNvSpPr txBox="1">
            <a:spLocks noGrp="1" noChangeArrowheads="1"/>
          </p:cNvSpPr>
          <p:nvPr>
            <p:ph type="sldNum" sz="quarter" idx="12"/>
          </p:nvPr>
        </p:nvSpPr>
        <p:spPr>
          <a:ln/>
        </p:spPr>
        <p:txBody>
          <a:bodyPr/>
          <a:lstStyle>
            <a:lvl1pPr>
              <a:defRPr/>
            </a:lvl1pPr>
          </a:lstStyle>
          <a:p>
            <a:pPr>
              <a:defRPr/>
            </a:pPr>
            <a:fld id="{DF3F9EFC-EF07-4857-ADCD-1D78F0F8F413}" type="slidenum">
              <a:rPr lang="en-US" altLang="en-US"/>
              <a:pPr>
                <a:defRPr/>
              </a:pPr>
              <a:t>‹#›</a:t>
            </a:fld>
            <a:endParaRPr lang="en-US" altLang="en-US"/>
          </a:p>
        </p:txBody>
      </p:sp>
    </p:spTree>
    <p:extLst>
      <p:ext uri="{BB962C8B-B14F-4D97-AF65-F5344CB8AC3E}">
        <p14:creationId xmlns:p14="http://schemas.microsoft.com/office/powerpoint/2010/main" val="2865855401"/>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6" name="Holder 3"/>
          <p:cNvSpPr txBox="1">
            <a:spLocks noGrp="1" noChangeArrowheads="1"/>
          </p:cNvSpPr>
          <p:nvPr>
            <p:ph type="dt" sz="half" idx="11"/>
          </p:nvPr>
        </p:nvSpPr>
        <p:spPr>
          <a:ln/>
        </p:spPr>
        <p:txBody>
          <a:bodyPr/>
          <a:lstStyle>
            <a:lvl1pPr>
              <a:defRPr/>
            </a:lvl1pPr>
          </a:lstStyle>
          <a:p>
            <a:pPr>
              <a:defRPr/>
            </a:pPr>
            <a:fld id="{357BB4C9-B0F8-4E30-840A-89C90BB046F8}" type="datetime1">
              <a:rPr lang="en-US" altLang="en-US"/>
              <a:pPr>
                <a:defRPr/>
              </a:pPr>
              <a:t>4/9/26</a:t>
            </a:fld>
            <a:endParaRPr lang="en-US" altLang="en-US"/>
          </a:p>
        </p:txBody>
      </p:sp>
      <p:sp>
        <p:nvSpPr>
          <p:cNvPr id="7" name="Holder 4"/>
          <p:cNvSpPr txBox="1">
            <a:spLocks noGrp="1" noChangeArrowheads="1"/>
          </p:cNvSpPr>
          <p:nvPr>
            <p:ph type="sldNum" sz="quarter" idx="12"/>
          </p:nvPr>
        </p:nvSpPr>
        <p:spPr>
          <a:ln/>
        </p:spPr>
        <p:txBody>
          <a:bodyPr/>
          <a:lstStyle>
            <a:lvl1pPr>
              <a:defRPr/>
            </a:lvl1pPr>
          </a:lstStyle>
          <a:p>
            <a:pPr>
              <a:defRPr/>
            </a:pPr>
            <a:fld id="{D5D80128-B7C4-48EC-B4E6-B5EBDC450577}" type="slidenum">
              <a:rPr lang="en-US" altLang="en-US"/>
              <a:pPr>
                <a:defRPr/>
              </a:pPr>
              <a:t>‹#›</a:t>
            </a:fld>
            <a:endParaRPr lang="en-US" altLang="en-US"/>
          </a:p>
        </p:txBody>
      </p:sp>
    </p:spTree>
    <p:extLst>
      <p:ext uri="{BB962C8B-B14F-4D97-AF65-F5344CB8AC3E}">
        <p14:creationId xmlns:p14="http://schemas.microsoft.com/office/powerpoint/2010/main" val="2145485665"/>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6" name="Holder 3"/>
          <p:cNvSpPr txBox="1">
            <a:spLocks noGrp="1" noChangeArrowheads="1"/>
          </p:cNvSpPr>
          <p:nvPr>
            <p:ph type="dt" sz="half" idx="11"/>
          </p:nvPr>
        </p:nvSpPr>
        <p:spPr>
          <a:ln/>
        </p:spPr>
        <p:txBody>
          <a:bodyPr/>
          <a:lstStyle>
            <a:lvl1pPr>
              <a:defRPr/>
            </a:lvl1pPr>
          </a:lstStyle>
          <a:p>
            <a:pPr>
              <a:defRPr/>
            </a:pPr>
            <a:fld id="{D1AFD35C-62BE-4183-AF61-A3E5D9A53C1A}" type="datetime1">
              <a:rPr lang="en-US" altLang="en-US"/>
              <a:pPr>
                <a:defRPr/>
              </a:pPr>
              <a:t>4/9/26</a:t>
            </a:fld>
            <a:endParaRPr lang="en-US" altLang="en-US"/>
          </a:p>
        </p:txBody>
      </p:sp>
      <p:sp>
        <p:nvSpPr>
          <p:cNvPr id="7" name="Holder 4"/>
          <p:cNvSpPr txBox="1">
            <a:spLocks noGrp="1" noChangeArrowheads="1"/>
          </p:cNvSpPr>
          <p:nvPr>
            <p:ph type="sldNum" sz="quarter" idx="12"/>
          </p:nvPr>
        </p:nvSpPr>
        <p:spPr>
          <a:ln/>
        </p:spPr>
        <p:txBody>
          <a:bodyPr/>
          <a:lstStyle>
            <a:lvl1pPr>
              <a:defRPr/>
            </a:lvl1pPr>
          </a:lstStyle>
          <a:p>
            <a:pPr>
              <a:defRPr/>
            </a:pPr>
            <a:fld id="{519DD2C5-0B5F-4EE1-BC4B-6CF40DAEFE7B}" type="slidenum">
              <a:rPr lang="en-US" altLang="en-US"/>
              <a:pPr>
                <a:defRPr/>
              </a:pPr>
              <a:t>‹#›</a:t>
            </a:fld>
            <a:endParaRPr lang="en-US" altLang="en-US"/>
          </a:p>
        </p:txBody>
      </p:sp>
    </p:spTree>
    <p:extLst>
      <p:ext uri="{BB962C8B-B14F-4D97-AF65-F5344CB8AC3E}">
        <p14:creationId xmlns:p14="http://schemas.microsoft.com/office/powerpoint/2010/main" val="4145480241"/>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3"/>
          <p:cNvSpPr txBox="1">
            <a:spLocks noGrp="1" noChangeArrowheads="1"/>
          </p:cNvSpPr>
          <p:nvPr>
            <p:ph type="dt" sz="half" idx="11"/>
          </p:nvPr>
        </p:nvSpPr>
        <p:spPr>
          <a:ln/>
        </p:spPr>
        <p:txBody>
          <a:bodyPr/>
          <a:lstStyle>
            <a:lvl1pPr>
              <a:defRPr/>
            </a:lvl1pPr>
          </a:lstStyle>
          <a:p>
            <a:pPr>
              <a:defRPr/>
            </a:pPr>
            <a:fld id="{8B4256B1-25D9-4EC8-AE9C-BDD969ABD0C8}" type="datetime1">
              <a:rPr lang="en-US" altLang="en-US"/>
              <a:pPr>
                <a:defRPr/>
              </a:pPr>
              <a:t>4/9/26</a:t>
            </a:fld>
            <a:endParaRPr lang="en-US" altLang="en-US"/>
          </a:p>
        </p:txBody>
      </p:sp>
      <p:sp>
        <p:nvSpPr>
          <p:cNvPr id="6" name="Holder 4"/>
          <p:cNvSpPr txBox="1">
            <a:spLocks noGrp="1" noChangeArrowheads="1"/>
          </p:cNvSpPr>
          <p:nvPr>
            <p:ph type="sldNum" sz="quarter" idx="12"/>
          </p:nvPr>
        </p:nvSpPr>
        <p:spPr>
          <a:ln/>
        </p:spPr>
        <p:txBody>
          <a:bodyPr/>
          <a:lstStyle>
            <a:lvl1pPr>
              <a:defRPr/>
            </a:lvl1pPr>
          </a:lstStyle>
          <a:p>
            <a:pPr>
              <a:defRPr/>
            </a:pPr>
            <a:fld id="{ABF1961A-6167-49C5-8FD5-AAE8E08CCAEC}" type="slidenum">
              <a:rPr lang="en-US" altLang="en-US"/>
              <a:pPr>
                <a:defRPr/>
              </a:pPr>
              <a:t>‹#›</a:t>
            </a:fld>
            <a:endParaRPr lang="en-US" altLang="en-US"/>
          </a:p>
        </p:txBody>
      </p:sp>
    </p:spTree>
    <p:extLst>
      <p:ext uri="{BB962C8B-B14F-4D97-AF65-F5344CB8AC3E}">
        <p14:creationId xmlns:p14="http://schemas.microsoft.com/office/powerpoint/2010/main" val="2690201874"/>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3050"/>
            <a:ext cx="2057400" cy="58578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3050"/>
            <a:ext cx="6019800" cy="5857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Holder 2"/>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3"/>
          <p:cNvSpPr txBox="1">
            <a:spLocks noGrp="1" noChangeArrowheads="1"/>
          </p:cNvSpPr>
          <p:nvPr>
            <p:ph type="dt" sz="half" idx="11"/>
          </p:nvPr>
        </p:nvSpPr>
        <p:spPr>
          <a:ln/>
        </p:spPr>
        <p:txBody>
          <a:bodyPr/>
          <a:lstStyle>
            <a:lvl1pPr>
              <a:defRPr/>
            </a:lvl1pPr>
          </a:lstStyle>
          <a:p>
            <a:pPr>
              <a:defRPr/>
            </a:pPr>
            <a:fld id="{1ACEB17A-E4F0-4369-8985-4923262F2095}" type="datetime1">
              <a:rPr lang="en-US" altLang="en-US"/>
              <a:pPr>
                <a:defRPr/>
              </a:pPr>
              <a:t>4/9/26</a:t>
            </a:fld>
            <a:endParaRPr lang="en-US" altLang="en-US"/>
          </a:p>
        </p:txBody>
      </p:sp>
      <p:sp>
        <p:nvSpPr>
          <p:cNvPr id="6" name="Holder 4"/>
          <p:cNvSpPr txBox="1">
            <a:spLocks noGrp="1" noChangeArrowheads="1"/>
          </p:cNvSpPr>
          <p:nvPr>
            <p:ph type="sldNum" sz="quarter" idx="12"/>
          </p:nvPr>
        </p:nvSpPr>
        <p:spPr>
          <a:ln/>
        </p:spPr>
        <p:txBody>
          <a:bodyPr/>
          <a:lstStyle>
            <a:lvl1pPr>
              <a:defRPr/>
            </a:lvl1pPr>
          </a:lstStyle>
          <a:p>
            <a:pPr>
              <a:defRPr/>
            </a:pPr>
            <a:fld id="{F2B3FED0-3EBB-4A75-AC21-4B812E9FBE98}" type="slidenum">
              <a:rPr lang="en-US" altLang="en-US"/>
              <a:pPr>
                <a:defRPr/>
              </a:pPr>
              <a:t>‹#›</a:t>
            </a:fld>
            <a:endParaRPr lang="en-US" altLang="en-US"/>
          </a:p>
        </p:txBody>
      </p:sp>
    </p:spTree>
    <p:extLst>
      <p:ext uri="{BB962C8B-B14F-4D97-AF65-F5344CB8AC3E}">
        <p14:creationId xmlns:p14="http://schemas.microsoft.com/office/powerpoint/2010/main" val="282341752"/>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5"/>
          <p:cNvSpPr txBox="1">
            <a:spLocks noGrp="1" noChangeArrowheads="1"/>
          </p:cNvSpPr>
          <p:nvPr>
            <p:ph type="dt" sz="half" idx="11"/>
          </p:nvPr>
        </p:nvSpPr>
        <p:spPr>
          <a:ln/>
        </p:spPr>
        <p:txBody>
          <a:bodyPr/>
          <a:lstStyle>
            <a:lvl1pPr>
              <a:defRPr/>
            </a:lvl1pPr>
          </a:lstStyle>
          <a:p>
            <a:pPr>
              <a:defRPr/>
            </a:pPr>
            <a:fld id="{53D6C8AB-2AA8-4634-9135-ABC39AA9885C}" type="datetime1">
              <a:rPr lang="en-US" altLang="en-US"/>
              <a:pPr>
                <a:defRPr/>
              </a:pPr>
              <a:t>4/9/26</a:t>
            </a:fld>
            <a:endParaRPr lang="en-US" altLang="en-US"/>
          </a:p>
        </p:txBody>
      </p:sp>
      <p:sp>
        <p:nvSpPr>
          <p:cNvPr id="6" name="Holder 6"/>
          <p:cNvSpPr txBox="1">
            <a:spLocks noGrp="1" noChangeArrowheads="1"/>
          </p:cNvSpPr>
          <p:nvPr>
            <p:ph type="sldNum" sz="quarter" idx="12"/>
          </p:nvPr>
        </p:nvSpPr>
        <p:spPr>
          <a:ln/>
        </p:spPr>
        <p:txBody>
          <a:bodyPr/>
          <a:lstStyle>
            <a:lvl1pPr>
              <a:defRPr/>
            </a:lvl1pPr>
          </a:lstStyle>
          <a:p>
            <a:pPr>
              <a:defRPr/>
            </a:pPr>
            <a:fld id="{92DF2029-35AD-4979-85B9-71776324D05B}" type="slidenum">
              <a:rPr lang="en-US" altLang="en-US"/>
              <a:pPr>
                <a:defRPr/>
              </a:pPr>
              <a:t>‹#›</a:t>
            </a:fld>
            <a:endParaRPr lang="en-US" altLang="en-US"/>
          </a:p>
        </p:txBody>
      </p:sp>
    </p:spTree>
    <p:extLst>
      <p:ext uri="{BB962C8B-B14F-4D97-AF65-F5344CB8AC3E}">
        <p14:creationId xmlns:p14="http://schemas.microsoft.com/office/powerpoint/2010/main" val="3761591358"/>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5"/>
          <p:cNvSpPr txBox="1">
            <a:spLocks noGrp="1" noChangeArrowheads="1"/>
          </p:cNvSpPr>
          <p:nvPr>
            <p:ph type="dt" sz="half" idx="11"/>
          </p:nvPr>
        </p:nvSpPr>
        <p:spPr>
          <a:ln/>
        </p:spPr>
        <p:txBody>
          <a:bodyPr/>
          <a:lstStyle>
            <a:lvl1pPr>
              <a:defRPr/>
            </a:lvl1pPr>
          </a:lstStyle>
          <a:p>
            <a:pPr>
              <a:defRPr/>
            </a:pPr>
            <a:fld id="{AFBD1EE8-EB56-46EF-8475-A0084E2BD22D}" type="datetime1">
              <a:rPr lang="en-US" altLang="en-US"/>
              <a:pPr>
                <a:defRPr/>
              </a:pPr>
              <a:t>4/9/26</a:t>
            </a:fld>
            <a:endParaRPr lang="en-US" altLang="en-US"/>
          </a:p>
        </p:txBody>
      </p:sp>
      <p:sp>
        <p:nvSpPr>
          <p:cNvPr id="6" name="Holder 6"/>
          <p:cNvSpPr txBox="1">
            <a:spLocks noGrp="1" noChangeArrowheads="1"/>
          </p:cNvSpPr>
          <p:nvPr>
            <p:ph type="sldNum" sz="quarter" idx="12"/>
          </p:nvPr>
        </p:nvSpPr>
        <p:spPr>
          <a:ln/>
        </p:spPr>
        <p:txBody>
          <a:bodyPr/>
          <a:lstStyle>
            <a:lvl1pPr>
              <a:defRPr/>
            </a:lvl1pPr>
          </a:lstStyle>
          <a:p>
            <a:pPr>
              <a:defRPr/>
            </a:pPr>
            <a:fld id="{21288D4E-4785-4830-845E-5FCA58396BD5}" type="slidenum">
              <a:rPr lang="en-US" altLang="en-US"/>
              <a:pPr>
                <a:defRPr/>
              </a:pPr>
              <a:t>‹#›</a:t>
            </a:fld>
            <a:endParaRPr lang="en-US" altLang="en-US"/>
          </a:p>
        </p:txBody>
      </p:sp>
    </p:spTree>
    <p:extLst>
      <p:ext uri="{BB962C8B-B14F-4D97-AF65-F5344CB8AC3E}">
        <p14:creationId xmlns:p14="http://schemas.microsoft.com/office/powerpoint/2010/main" val="2819541048"/>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5"/>
          <p:cNvSpPr txBox="1">
            <a:spLocks noGrp="1" noChangeArrowheads="1"/>
          </p:cNvSpPr>
          <p:nvPr>
            <p:ph type="dt" sz="half" idx="11"/>
          </p:nvPr>
        </p:nvSpPr>
        <p:spPr>
          <a:ln/>
        </p:spPr>
        <p:txBody>
          <a:bodyPr/>
          <a:lstStyle>
            <a:lvl1pPr>
              <a:defRPr/>
            </a:lvl1pPr>
          </a:lstStyle>
          <a:p>
            <a:pPr>
              <a:defRPr/>
            </a:pPr>
            <a:fld id="{F45AEE45-9D8C-46BF-B9D2-BC9A36369B05}" type="datetime1">
              <a:rPr lang="en-US" altLang="en-US"/>
              <a:pPr>
                <a:defRPr/>
              </a:pPr>
              <a:t>4/9/26</a:t>
            </a:fld>
            <a:endParaRPr lang="en-US" altLang="en-US"/>
          </a:p>
        </p:txBody>
      </p:sp>
      <p:sp>
        <p:nvSpPr>
          <p:cNvPr id="6" name="Holder 6"/>
          <p:cNvSpPr txBox="1">
            <a:spLocks noGrp="1" noChangeArrowheads="1"/>
          </p:cNvSpPr>
          <p:nvPr>
            <p:ph type="sldNum" sz="quarter" idx="12"/>
          </p:nvPr>
        </p:nvSpPr>
        <p:spPr>
          <a:ln/>
        </p:spPr>
        <p:txBody>
          <a:bodyPr/>
          <a:lstStyle>
            <a:lvl1pPr>
              <a:defRPr/>
            </a:lvl1pPr>
          </a:lstStyle>
          <a:p>
            <a:pPr>
              <a:defRPr/>
            </a:pPr>
            <a:fld id="{B63F3B71-A7C6-4D01-AC30-66082249CBA0}" type="slidenum">
              <a:rPr lang="en-US" altLang="en-US"/>
              <a:pPr>
                <a:defRPr/>
              </a:pPr>
              <a:t>‹#›</a:t>
            </a:fld>
            <a:endParaRPr lang="en-US" altLang="en-US"/>
          </a:p>
        </p:txBody>
      </p:sp>
    </p:spTree>
    <p:extLst>
      <p:ext uri="{BB962C8B-B14F-4D97-AF65-F5344CB8AC3E}">
        <p14:creationId xmlns:p14="http://schemas.microsoft.com/office/powerpoint/2010/main" val="2406675046"/>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490663"/>
            <a:ext cx="4152900" cy="3060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90663"/>
            <a:ext cx="4152900" cy="3060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6" name="Holder 5"/>
          <p:cNvSpPr txBox="1">
            <a:spLocks noGrp="1" noChangeArrowheads="1"/>
          </p:cNvSpPr>
          <p:nvPr>
            <p:ph type="dt" sz="half" idx="11"/>
          </p:nvPr>
        </p:nvSpPr>
        <p:spPr>
          <a:ln/>
        </p:spPr>
        <p:txBody>
          <a:bodyPr/>
          <a:lstStyle>
            <a:lvl1pPr>
              <a:defRPr/>
            </a:lvl1pPr>
          </a:lstStyle>
          <a:p>
            <a:pPr>
              <a:defRPr/>
            </a:pPr>
            <a:fld id="{CCB0014D-39EA-492F-A4A9-B594EAE6C631}" type="datetime1">
              <a:rPr lang="en-US" altLang="en-US"/>
              <a:pPr>
                <a:defRPr/>
              </a:pPr>
              <a:t>4/9/26</a:t>
            </a:fld>
            <a:endParaRPr lang="en-US" altLang="en-US"/>
          </a:p>
        </p:txBody>
      </p:sp>
      <p:sp>
        <p:nvSpPr>
          <p:cNvPr id="7" name="Holder 6"/>
          <p:cNvSpPr txBox="1">
            <a:spLocks noGrp="1" noChangeArrowheads="1"/>
          </p:cNvSpPr>
          <p:nvPr>
            <p:ph type="sldNum" sz="quarter" idx="12"/>
          </p:nvPr>
        </p:nvSpPr>
        <p:spPr>
          <a:ln/>
        </p:spPr>
        <p:txBody>
          <a:bodyPr/>
          <a:lstStyle>
            <a:lvl1pPr>
              <a:defRPr/>
            </a:lvl1pPr>
          </a:lstStyle>
          <a:p>
            <a:pPr>
              <a:defRPr/>
            </a:pPr>
            <a:fld id="{24F7DD8E-B6C6-44D5-9F9F-4CE8DE5F8AEC}" type="slidenum">
              <a:rPr lang="en-US" altLang="en-US"/>
              <a:pPr>
                <a:defRPr/>
              </a:pPr>
              <a:t>‹#›</a:t>
            </a:fld>
            <a:endParaRPr lang="en-US" altLang="en-US"/>
          </a:p>
        </p:txBody>
      </p:sp>
    </p:spTree>
    <p:extLst>
      <p:ext uri="{BB962C8B-B14F-4D97-AF65-F5344CB8AC3E}">
        <p14:creationId xmlns:p14="http://schemas.microsoft.com/office/powerpoint/2010/main" val="459764501"/>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8" name="Holder 5"/>
          <p:cNvSpPr txBox="1">
            <a:spLocks noGrp="1" noChangeArrowheads="1"/>
          </p:cNvSpPr>
          <p:nvPr>
            <p:ph type="dt" sz="half" idx="11"/>
          </p:nvPr>
        </p:nvSpPr>
        <p:spPr>
          <a:ln/>
        </p:spPr>
        <p:txBody>
          <a:bodyPr/>
          <a:lstStyle>
            <a:lvl1pPr>
              <a:defRPr/>
            </a:lvl1pPr>
          </a:lstStyle>
          <a:p>
            <a:pPr>
              <a:defRPr/>
            </a:pPr>
            <a:fld id="{1D402C6E-6AFC-4735-B769-2444056DD15D}" type="datetime1">
              <a:rPr lang="en-US" altLang="en-US"/>
              <a:pPr>
                <a:defRPr/>
              </a:pPr>
              <a:t>4/9/26</a:t>
            </a:fld>
            <a:endParaRPr lang="en-US" altLang="en-US"/>
          </a:p>
        </p:txBody>
      </p:sp>
      <p:sp>
        <p:nvSpPr>
          <p:cNvPr id="9" name="Holder 6"/>
          <p:cNvSpPr txBox="1">
            <a:spLocks noGrp="1" noChangeArrowheads="1"/>
          </p:cNvSpPr>
          <p:nvPr>
            <p:ph type="sldNum" sz="quarter" idx="12"/>
          </p:nvPr>
        </p:nvSpPr>
        <p:spPr>
          <a:ln/>
        </p:spPr>
        <p:txBody>
          <a:bodyPr/>
          <a:lstStyle>
            <a:lvl1pPr>
              <a:defRPr/>
            </a:lvl1pPr>
          </a:lstStyle>
          <a:p>
            <a:pPr>
              <a:defRPr/>
            </a:pPr>
            <a:fld id="{DE8437EB-F3E2-4C20-83C5-7D95958D543E}" type="slidenum">
              <a:rPr lang="en-US" altLang="en-US"/>
              <a:pPr>
                <a:defRPr/>
              </a:pPr>
              <a:t>‹#›</a:t>
            </a:fld>
            <a:endParaRPr lang="en-US" altLang="en-US"/>
          </a:p>
        </p:txBody>
      </p:sp>
    </p:spTree>
    <p:extLst>
      <p:ext uri="{BB962C8B-B14F-4D97-AF65-F5344CB8AC3E}">
        <p14:creationId xmlns:p14="http://schemas.microsoft.com/office/powerpoint/2010/main" val="280142198"/>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4" name="Holder 5"/>
          <p:cNvSpPr txBox="1">
            <a:spLocks noGrp="1" noChangeArrowheads="1"/>
          </p:cNvSpPr>
          <p:nvPr>
            <p:ph type="dt" sz="half" idx="11"/>
          </p:nvPr>
        </p:nvSpPr>
        <p:spPr>
          <a:ln/>
        </p:spPr>
        <p:txBody>
          <a:bodyPr/>
          <a:lstStyle>
            <a:lvl1pPr>
              <a:defRPr/>
            </a:lvl1pPr>
          </a:lstStyle>
          <a:p>
            <a:pPr>
              <a:defRPr/>
            </a:pPr>
            <a:fld id="{55031B25-FBBC-451D-89D2-F574D7298FA3}" type="datetime1">
              <a:rPr lang="en-US" altLang="en-US"/>
              <a:pPr>
                <a:defRPr/>
              </a:pPr>
              <a:t>4/9/26</a:t>
            </a:fld>
            <a:endParaRPr lang="en-US" altLang="en-US"/>
          </a:p>
        </p:txBody>
      </p:sp>
      <p:sp>
        <p:nvSpPr>
          <p:cNvPr id="5" name="Holder 6"/>
          <p:cNvSpPr txBox="1">
            <a:spLocks noGrp="1" noChangeArrowheads="1"/>
          </p:cNvSpPr>
          <p:nvPr>
            <p:ph type="sldNum" sz="quarter" idx="12"/>
          </p:nvPr>
        </p:nvSpPr>
        <p:spPr>
          <a:ln/>
        </p:spPr>
        <p:txBody>
          <a:bodyPr/>
          <a:lstStyle>
            <a:lvl1pPr>
              <a:defRPr/>
            </a:lvl1pPr>
          </a:lstStyle>
          <a:p>
            <a:pPr>
              <a:defRPr/>
            </a:pPr>
            <a:fld id="{5FC19117-7E9C-490C-BE69-3985EC6A809B}" type="slidenum">
              <a:rPr lang="en-US" altLang="en-US"/>
              <a:pPr>
                <a:defRPr/>
              </a:pPr>
              <a:t>‹#›</a:t>
            </a:fld>
            <a:endParaRPr lang="en-US" altLang="en-US"/>
          </a:p>
        </p:txBody>
      </p:sp>
    </p:spTree>
    <p:extLst>
      <p:ext uri="{BB962C8B-B14F-4D97-AF65-F5344CB8AC3E}">
        <p14:creationId xmlns:p14="http://schemas.microsoft.com/office/powerpoint/2010/main" val="775237783"/>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3" name="Holder 5"/>
          <p:cNvSpPr txBox="1">
            <a:spLocks noGrp="1" noChangeArrowheads="1"/>
          </p:cNvSpPr>
          <p:nvPr>
            <p:ph type="dt" sz="half" idx="11"/>
          </p:nvPr>
        </p:nvSpPr>
        <p:spPr>
          <a:ln/>
        </p:spPr>
        <p:txBody>
          <a:bodyPr/>
          <a:lstStyle>
            <a:lvl1pPr>
              <a:defRPr/>
            </a:lvl1pPr>
          </a:lstStyle>
          <a:p>
            <a:pPr>
              <a:defRPr/>
            </a:pPr>
            <a:fld id="{902FD884-FFA9-4E59-B234-8A69036847B9}" type="datetime1">
              <a:rPr lang="en-US" altLang="en-US"/>
              <a:pPr>
                <a:defRPr/>
              </a:pPr>
              <a:t>4/9/26</a:t>
            </a:fld>
            <a:endParaRPr lang="en-US" altLang="en-US"/>
          </a:p>
        </p:txBody>
      </p:sp>
      <p:sp>
        <p:nvSpPr>
          <p:cNvPr id="4" name="Holder 6"/>
          <p:cNvSpPr txBox="1">
            <a:spLocks noGrp="1" noChangeArrowheads="1"/>
          </p:cNvSpPr>
          <p:nvPr>
            <p:ph type="sldNum" sz="quarter" idx="12"/>
          </p:nvPr>
        </p:nvSpPr>
        <p:spPr>
          <a:ln/>
        </p:spPr>
        <p:txBody>
          <a:bodyPr/>
          <a:lstStyle>
            <a:lvl1pPr>
              <a:defRPr/>
            </a:lvl1pPr>
          </a:lstStyle>
          <a:p>
            <a:pPr>
              <a:defRPr/>
            </a:pPr>
            <a:fld id="{3F081005-36E8-478E-8B5A-F3DAC943D223}" type="slidenum">
              <a:rPr lang="en-US" altLang="en-US"/>
              <a:pPr>
                <a:defRPr/>
              </a:pPr>
              <a:t>‹#›</a:t>
            </a:fld>
            <a:endParaRPr lang="en-US" altLang="en-US"/>
          </a:p>
        </p:txBody>
      </p:sp>
    </p:spTree>
    <p:extLst>
      <p:ext uri="{BB962C8B-B14F-4D97-AF65-F5344CB8AC3E}">
        <p14:creationId xmlns:p14="http://schemas.microsoft.com/office/powerpoint/2010/main" val="1875702985"/>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6" name="Holder 5"/>
          <p:cNvSpPr txBox="1">
            <a:spLocks noGrp="1" noChangeArrowheads="1"/>
          </p:cNvSpPr>
          <p:nvPr>
            <p:ph type="dt" sz="half" idx="11"/>
          </p:nvPr>
        </p:nvSpPr>
        <p:spPr>
          <a:ln/>
        </p:spPr>
        <p:txBody>
          <a:bodyPr/>
          <a:lstStyle>
            <a:lvl1pPr>
              <a:defRPr/>
            </a:lvl1pPr>
          </a:lstStyle>
          <a:p>
            <a:pPr>
              <a:defRPr/>
            </a:pPr>
            <a:fld id="{501A0F32-791C-46C2-9AA5-4D2A1ECA0CC1}" type="datetime1">
              <a:rPr lang="en-US" altLang="en-US"/>
              <a:pPr>
                <a:defRPr/>
              </a:pPr>
              <a:t>4/9/26</a:t>
            </a:fld>
            <a:endParaRPr lang="en-US" altLang="en-US"/>
          </a:p>
        </p:txBody>
      </p:sp>
      <p:sp>
        <p:nvSpPr>
          <p:cNvPr id="7" name="Holder 6"/>
          <p:cNvSpPr txBox="1">
            <a:spLocks noGrp="1" noChangeArrowheads="1"/>
          </p:cNvSpPr>
          <p:nvPr>
            <p:ph type="sldNum" sz="quarter" idx="12"/>
          </p:nvPr>
        </p:nvSpPr>
        <p:spPr>
          <a:ln/>
        </p:spPr>
        <p:txBody>
          <a:bodyPr/>
          <a:lstStyle>
            <a:lvl1pPr>
              <a:defRPr/>
            </a:lvl1pPr>
          </a:lstStyle>
          <a:p>
            <a:pPr>
              <a:defRPr/>
            </a:pPr>
            <a:fld id="{DEC2DD17-0F9F-4988-83AE-EE64C71C7812}" type="slidenum">
              <a:rPr lang="en-US" altLang="en-US"/>
              <a:pPr>
                <a:defRPr/>
              </a:pPr>
              <a:t>‹#›</a:t>
            </a:fld>
            <a:endParaRPr lang="en-US" altLang="en-US"/>
          </a:p>
        </p:txBody>
      </p:sp>
    </p:spTree>
    <p:extLst>
      <p:ext uri="{BB962C8B-B14F-4D97-AF65-F5344CB8AC3E}">
        <p14:creationId xmlns:p14="http://schemas.microsoft.com/office/powerpoint/2010/main" val="392172151"/>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6" name="Holder 5"/>
          <p:cNvSpPr txBox="1">
            <a:spLocks noGrp="1" noChangeArrowheads="1"/>
          </p:cNvSpPr>
          <p:nvPr>
            <p:ph type="dt" sz="half" idx="11"/>
          </p:nvPr>
        </p:nvSpPr>
        <p:spPr>
          <a:ln/>
        </p:spPr>
        <p:txBody>
          <a:bodyPr/>
          <a:lstStyle>
            <a:lvl1pPr>
              <a:defRPr/>
            </a:lvl1pPr>
          </a:lstStyle>
          <a:p>
            <a:pPr>
              <a:defRPr/>
            </a:pPr>
            <a:fld id="{F7A694AE-51CE-4ECF-BFE1-EC1F4BA5DFB3}" type="datetime1">
              <a:rPr lang="en-US" altLang="en-US"/>
              <a:pPr>
                <a:defRPr/>
              </a:pPr>
              <a:t>4/9/26</a:t>
            </a:fld>
            <a:endParaRPr lang="en-US" altLang="en-US"/>
          </a:p>
        </p:txBody>
      </p:sp>
      <p:sp>
        <p:nvSpPr>
          <p:cNvPr id="7" name="Holder 6"/>
          <p:cNvSpPr txBox="1">
            <a:spLocks noGrp="1" noChangeArrowheads="1"/>
          </p:cNvSpPr>
          <p:nvPr>
            <p:ph type="sldNum" sz="quarter" idx="12"/>
          </p:nvPr>
        </p:nvSpPr>
        <p:spPr>
          <a:ln/>
        </p:spPr>
        <p:txBody>
          <a:bodyPr/>
          <a:lstStyle>
            <a:lvl1pPr>
              <a:defRPr/>
            </a:lvl1pPr>
          </a:lstStyle>
          <a:p>
            <a:pPr>
              <a:defRPr/>
            </a:pPr>
            <a:fld id="{5548585D-1766-4AAF-B460-F8324DE34987}" type="slidenum">
              <a:rPr lang="en-US" altLang="en-US"/>
              <a:pPr>
                <a:defRPr/>
              </a:pPr>
              <a:t>‹#›</a:t>
            </a:fld>
            <a:endParaRPr lang="en-US" altLang="en-US"/>
          </a:p>
        </p:txBody>
      </p:sp>
    </p:spTree>
    <p:extLst>
      <p:ext uri="{BB962C8B-B14F-4D97-AF65-F5344CB8AC3E}">
        <p14:creationId xmlns:p14="http://schemas.microsoft.com/office/powerpoint/2010/main" val="1410576951"/>
      </p:ext>
    </p:extLst>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5"/>
          <p:cNvSpPr txBox="1">
            <a:spLocks noGrp="1" noChangeArrowheads="1"/>
          </p:cNvSpPr>
          <p:nvPr>
            <p:ph type="dt" sz="half" idx="11"/>
          </p:nvPr>
        </p:nvSpPr>
        <p:spPr>
          <a:ln/>
        </p:spPr>
        <p:txBody>
          <a:bodyPr/>
          <a:lstStyle>
            <a:lvl1pPr>
              <a:defRPr/>
            </a:lvl1pPr>
          </a:lstStyle>
          <a:p>
            <a:pPr>
              <a:defRPr/>
            </a:pPr>
            <a:fld id="{F76AA8E4-0407-4E83-A964-DAB31FC3F3F5}" type="datetime1">
              <a:rPr lang="en-US" altLang="en-US"/>
              <a:pPr>
                <a:defRPr/>
              </a:pPr>
              <a:t>4/9/26</a:t>
            </a:fld>
            <a:endParaRPr lang="en-US" altLang="en-US"/>
          </a:p>
        </p:txBody>
      </p:sp>
      <p:sp>
        <p:nvSpPr>
          <p:cNvPr id="6" name="Holder 6"/>
          <p:cNvSpPr txBox="1">
            <a:spLocks noGrp="1" noChangeArrowheads="1"/>
          </p:cNvSpPr>
          <p:nvPr>
            <p:ph type="sldNum" sz="quarter" idx="12"/>
          </p:nvPr>
        </p:nvSpPr>
        <p:spPr>
          <a:ln/>
        </p:spPr>
        <p:txBody>
          <a:bodyPr/>
          <a:lstStyle>
            <a:lvl1pPr>
              <a:defRPr/>
            </a:lvl1pPr>
          </a:lstStyle>
          <a:p>
            <a:pPr>
              <a:defRPr/>
            </a:pPr>
            <a:fld id="{111DDCE0-12F0-469C-87BF-8E02E4D30511}" type="slidenum">
              <a:rPr lang="en-US" altLang="en-US"/>
              <a:pPr>
                <a:defRPr/>
              </a:pPr>
              <a:t>‹#›</a:t>
            </a:fld>
            <a:endParaRPr lang="en-US" altLang="en-US"/>
          </a:p>
        </p:txBody>
      </p:sp>
    </p:spTree>
    <p:extLst>
      <p:ext uri="{BB962C8B-B14F-4D97-AF65-F5344CB8AC3E}">
        <p14:creationId xmlns:p14="http://schemas.microsoft.com/office/powerpoint/2010/main" val="3845509232"/>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396875"/>
            <a:ext cx="2114550" cy="41544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396875"/>
            <a:ext cx="6191250" cy="41544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5" name="Holder 5"/>
          <p:cNvSpPr txBox="1">
            <a:spLocks noGrp="1" noChangeArrowheads="1"/>
          </p:cNvSpPr>
          <p:nvPr>
            <p:ph type="dt" sz="half" idx="11"/>
          </p:nvPr>
        </p:nvSpPr>
        <p:spPr>
          <a:ln/>
        </p:spPr>
        <p:txBody>
          <a:bodyPr/>
          <a:lstStyle>
            <a:lvl1pPr>
              <a:defRPr/>
            </a:lvl1pPr>
          </a:lstStyle>
          <a:p>
            <a:pPr>
              <a:defRPr/>
            </a:pPr>
            <a:fld id="{40E9C831-E3EA-484E-83F8-BFF26F94BE77}" type="datetime1">
              <a:rPr lang="en-US" altLang="en-US"/>
              <a:pPr>
                <a:defRPr/>
              </a:pPr>
              <a:t>4/9/26</a:t>
            </a:fld>
            <a:endParaRPr lang="en-US" altLang="en-US"/>
          </a:p>
        </p:txBody>
      </p:sp>
      <p:sp>
        <p:nvSpPr>
          <p:cNvPr id="6" name="Holder 6"/>
          <p:cNvSpPr txBox="1">
            <a:spLocks noGrp="1" noChangeArrowheads="1"/>
          </p:cNvSpPr>
          <p:nvPr>
            <p:ph type="sldNum" sz="quarter" idx="12"/>
          </p:nvPr>
        </p:nvSpPr>
        <p:spPr>
          <a:ln/>
        </p:spPr>
        <p:txBody>
          <a:bodyPr/>
          <a:lstStyle>
            <a:lvl1pPr>
              <a:defRPr/>
            </a:lvl1pPr>
          </a:lstStyle>
          <a:p>
            <a:pPr>
              <a:defRPr/>
            </a:pPr>
            <a:fld id="{E907121F-7037-411B-B0E4-F56EF32632B4}" type="slidenum">
              <a:rPr lang="en-US" altLang="en-US"/>
              <a:pPr>
                <a:defRPr/>
              </a:pPr>
              <a:t>‹#›</a:t>
            </a:fld>
            <a:endParaRPr lang="en-US" altLang="en-US"/>
          </a:p>
        </p:txBody>
      </p:sp>
    </p:spTree>
    <p:extLst>
      <p:ext uri="{BB962C8B-B14F-4D97-AF65-F5344CB8AC3E}">
        <p14:creationId xmlns:p14="http://schemas.microsoft.com/office/powerpoint/2010/main" val="737130664"/>
      </p:ext>
    </p:extLst>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6575" y="396875"/>
            <a:ext cx="8070850" cy="558800"/>
          </a:xfrm>
        </p:spPr>
        <p:txBody>
          <a:bodyPr/>
          <a:lstStyle/>
          <a:p>
            <a:r>
              <a:rPr lang="en-US"/>
              <a:t>Click to edit Master title style</a:t>
            </a:r>
          </a:p>
        </p:txBody>
      </p:sp>
      <p:sp>
        <p:nvSpPr>
          <p:cNvPr id="3" name="Text Placeholder 2"/>
          <p:cNvSpPr>
            <a:spLocks noGrp="1"/>
          </p:cNvSpPr>
          <p:nvPr>
            <p:ph type="body" sz="half" idx="1"/>
          </p:nvPr>
        </p:nvSpPr>
        <p:spPr>
          <a:xfrm>
            <a:off x="342900" y="1490663"/>
            <a:ext cx="4152900" cy="306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90663"/>
            <a:ext cx="4152900" cy="306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Holder 4"/>
          <p:cNvSpPr txBox="1">
            <a:spLocks noGrp="1" noChangeArrowheads="1"/>
          </p:cNvSpPr>
          <p:nvPr>
            <p:ph type="ftr" sz="quarter" idx="10"/>
          </p:nvPr>
        </p:nvSpPr>
        <p:spPr>
          <a:ln/>
        </p:spPr>
        <p:txBody>
          <a:bodyPr/>
          <a:lstStyle>
            <a:lvl1pPr>
              <a:defRPr/>
            </a:lvl1pPr>
          </a:lstStyle>
          <a:p>
            <a:pPr>
              <a:defRPr/>
            </a:pPr>
            <a:endParaRPr lang="en-US" altLang="en-US"/>
          </a:p>
        </p:txBody>
      </p:sp>
      <p:sp>
        <p:nvSpPr>
          <p:cNvPr id="6" name="Holder 5"/>
          <p:cNvSpPr txBox="1">
            <a:spLocks noGrp="1" noChangeArrowheads="1"/>
          </p:cNvSpPr>
          <p:nvPr>
            <p:ph type="dt" sz="half" idx="11"/>
          </p:nvPr>
        </p:nvSpPr>
        <p:spPr>
          <a:ln/>
        </p:spPr>
        <p:txBody>
          <a:bodyPr/>
          <a:lstStyle>
            <a:lvl1pPr>
              <a:defRPr/>
            </a:lvl1pPr>
          </a:lstStyle>
          <a:p>
            <a:pPr>
              <a:defRPr/>
            </a:pPr>
            <a:fld id="{3022E358-C0C2-4C3E-B03F-5094527661D3}" type="datetime1">
              <a:rPr lang="en-US" altLang="en-US"/>
              <a:pPr>
                <a:defRPr/>
              </a:pPr>
              <a:t>4/9/26</a:t>
            </a:fld>
            <a:endParaRPr lang="en-US" altLang="en-US"/>
          </a:p>
        </p:txBody>
      </p:sp>
      <p:sp>
        <p:nvSpPr>
          <p:cNvPr id="7" name="Holder 6"/>
          <p:cNvSpPr txBox="1">
            <a:spLocks noGrp="1" noChangeArrowheads="1"/>
          </p:cNvSpPr>
          <p:nvPr>
            <p:ph type="sldNum" sz="quarter" idx="12"/>
          </p:nvPr>
        </p:nvSpPr>
        <p:spPr>
          <a:ln/>
        </p:spPr>
        <p:txBody>
          <a:bodyPr/>
          <a:lstStyle>
            <a:lvl1pPr>
              <a:defRPr/>
            </a:lvl1pPr>
          </a:lstStyle>
          <a:p>
            <a:pPr>
              <a:defRPr/>
            </a:pPr>
            <a:fld id="{A129B4D1-D449-4FC0-95C5-30BD465C8195}" type="slidenum">
              <a:rPr lang="en-US" altLang="en-US"/>
              <a:pPr>
                <a:defRPr/>
              </a:pPr>
              <a:t>‹#›</a:t>
            </a:fld>
            <a:endParaRPr lang="en-US" altLang="en-US"/>
          </a:p>
        </p:txBody>
      </p:sp>
    </p:spTree>
    <p:extLst>
      <p:ext uri="{BB962C8B-B14F-4D97-AF65-F5344CB8AC3E}">
        <p14:creationId xmlns:p14="http://schemas.microsoft.com/office/powerpoint/2010/main" val="1183048306"/>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26" name="bk object 16"/>
          <p:cNvSpPr>
            <a:spLocks/>
          </p:cNvSpPr>
          <p:nvPr/>
        </p:nvSpPr>
        <p:spPr bwMode="auto">
          <a:xfrm>
            <a:off x="0" y="0"/>
            <a:ext cx="9144000" cy="68580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1027" name="Holder 2"/>
          <p:cNvSpPr txBox="1">
            <a:spLocks noGrp="1" noChangeArrowheads="1"/>
          </p:cNvSpPr>
          <p:nvPr>
            <p:ph type="ftr" sz="quarter" idx="3"/>
          </p:nvPr>
        </p:nvSpPr>
        <p:spPr bwMode="auto">
          <a:xfrm>
            <a:off x="3108325" y="6378575"/>
            <a:ext cx="292576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eaLnBrk="1">
              <a:defRPr sz="2400">
                <a:solidFill>
                  <a:srgbClr val="000000"/>
                </a:solidFill>
                <a:latin typeface="Times New Roman" pitchFamily="18" charset="0"/>
                <a:ea typeface="Arial Unicode MS" pitchFamily="34" charset="-128"/>
                <a:cs typeface="Arial Unicode MS" pitchFamily="34" charset="-128"/>
              </a:defRPr>
            </a:lvl1pPr>
          </a:lstStyle>
          <a:p>
            <a:pPr>
              <a:defRPr/>
            </a:pPr>
            <a:endParaRPr lang="en-US" altLang="en-US"/>
          </a:p>
        </p:txBody>
      </p:sp>
      <p:sp>
        <p:nvSpPr>
          <p:cNvPr id="1028" name="Holder 3"/>
          <p:cNvSpPr txBox="1">
            <a:spLocks noGrp="1" noChangeArrowheads="1"/>
          </p:cNvSpPr>
          <p:nvPr>
            <p:ph type="dt" sz="half" idx="2"/>
          </p:nvPr>
        </p:nvSpPr>
        <p:spPr bwMode="auto">
          <a:xfrm>
            <a:off x="457200" y="6378575"/>
            <a:ext cx="210343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eaLnBrk="1">
              <a:defRPr>
                <a:solidFill>
                  <a:srgbClr val="8B8B8B"/>
                </a:solidFill>
                <a:ea typeface="Arial Unicode MS" pitchFamily="34" charset="-128"/>
                <a:cs typeface="Arial Unicode MS" pitchFamily="34" charset="-128"/>
              </a:defRPr>
            </a:lvl1pPr>
          </a:lstStyle>
          <a:p>
            <a:pPr>
              <a:defRPr/>
            </a:pPr>
            <a:fld id="{2AEAF448-DE4D-4BFD-BBC9-509FB8951B1C}" type="datetime1">
              <a:rPr lang="en-US" altLang="en-US"/>
              <a:pPr>
                <a:defRPr/>
              </a:pPr>
              <a:t>4/9/26</a:t>
            </a:fld>
            <a:endParaRPr lang="en-US" altLang="en-US"/>
          </a:p>
        </p:txBody>
      </p:sp>
      <p:sp>
        <p:nvSpPr>
          <p:cNvPr id="1029" name="Holder 4"/>
          <p:cNvSpPr txBox="1">
            <a:spLocks noGrp="1" noChangeArrowheads="1"/>
          </p:cNvSpPr>
          <p:nvPr>
            <p:ph type="sldNum" sz="quarter" idx="4"/>
          </p:nvPr>
        </p:nvSpPr>
        <p:spPr bwMode="auto">
          <a:xfrm>
            <a:off x="100013" y="6607175"/>
            <a:ext cx="1793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r" eaLnBrk="1">
              <a:defRPr sz="1000">
                <a:solidFill>
                  <a:srgbClr val="FFFFFF"/>
                </a:solidFill>
                <a:latin typeface="Times New Roman" pitchFamily="18" charset="0"/>
                <a:ea typeface="Arial Unicode MS" pitchFamily="34" charset="-128"/>
                <a:cs typeface="Arial Unicode MS" pitchFamily="34" charset="-128"/>
              </a:defRPr>
            </a:lvl1pPr>
          </a:lstStyle>
          <a:p>
            <a:pPr>
              <a:defRPr/>
            </a:pPr>
            <a:fld id="{3B9F6CDD-36FF-4D8A-8966-BF3A02979680}" type="slidenum">
              <a:rPr lang="en-US" altLang="en-US"/>
              <a:pPr>
                <a:defRPr/>
              </a:pPr>
              <a:t>‹#›</a:t>
            </a:fld>
            <a:endParaRPr lang="en-US" altLang="en-US"/>
          </a:p>
        </p:txBody>
      </p:sp>
      <p:sp>
        <p:nvSpPr>
          <p:cNvPr id="1030" name="Title Placeholder 5"/>
          <p:cNvSpPr txBox="1">
            <a:spLocks noGrp="1" noChangeArrowheads="1"/>
          </p:cNvSpPr>
          <p:nvPr>
            <p:ph type="title"/>
          </p:nvPr>
        </p:nvSpPr>
        <p:spPr bwMode="auto">
          <a:xfrm>
            <a:off x="457200" y="273050"/>
            <a:ext cx="8229600"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1" compatLnSpc="1">
            <a:prstTxWarp prst="textNoShape">
              <a:avLst/>
            </a:prstTxWarp>
          </a:bodyPr>
          <a:lstStyle/>
          <a:p>
            <a:pPr lvl="0"/>
            <a:endParaRPr lang="en-US" altLang="en-US"/>
          </a:p>
        </p:txBody>
      </p:sp>
      <p:sp>
        <p:nvSpPr>
          <p:cNvPr id="1031" name="Text Placeholder 6"/>
          <p:cNvSpPr txBox="1">
            <a:spLocks noGrp="1" noChangeArrowheads="1"/>
          </p:cNvSpPr>
          <p:nvPr>
            <p:ph type="body" idx="1"/>
          </p:nvPr>
        </p:nvSpPr>
        <p:spPr bwMode="auto">
          <a:xfrm>
            <a:off x="457200" y="1604963"/>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txStyles>
    <p:titleStyle>
      <a:lvl1pPr algn="ctr" rtl="0" eaLnBrk="0" fontAlgn="base" hangingPunct="0">
        <a:spcBef>
          <a:spcPct val="0"/>
        </a:spcBef>
        <a:spcAft>
          <a:spcPct val="0"/>
        </a:spcAft>
        <a:defRPr sz="4400">
          <a:solidFill>
            <a:srgbClr val="000000"/>
          </a:solidFill>
          <a:latin typeface="+mj-lt"/>
          <a:ea typeface="+mj-ea"/>
          <a:cs typeface="+mj-cs"/>
        </a:defRPr>
      </a:lvl1pPr>
      <a:lvl2pPr algn="ctr" rtl="0" eaLnBrk="0" fontAlgn="base" hangingPunct="0">
        <a:spcBef>
          <a:spcPct val="0"/>
        </a:spcBef>
        <a:spcAft>
          <a:spcPct val="0"/>
        </a:spcAft>
        <a:defRPr sz="4400">
          <a:solidFill>
            <a:srgbClr val="000000"/>
          </a:solidFill>
          <a:latin typeface="Calibri" pitchFamily="34" charset="0"/>
          <a:ea typeface="Microsoft YaHei" pitchFamily="34" charset="-122"/>
        </a:defRPr>
      </a:lvl2pPr>
      <a:lvl3pPr algn="ctr" rtl="0" eaLnBrk="0" fontAlgn="base" hangingPunct="0">
        <a:spcBef>
          <a:spcPct val="0"/>
        </a:spcBef>
        <a:spcAft>
          <a:spcPct val="0"/>
        </a:spcAft>
        <a:defRPr sz="4400">
          <a:solidFill>
            <a:srgbClr val="000000"/>
          </a:solidFill>
          <a:latin typeface="Calibri" pitchFamily="34" charset="0"/>
          <a:ea typeface="Microsoft YaHei" pitchFamily="34" charset="-122"/>
        </a:defRPr>
      </a:lvl3pPr>
      <a:lvl4pPr algn="ctr" rtl="0" eaLnBrk="0" fontAlgn="base" hangingPunct="0">
        <a:spcBef>
          <a:spcPct val="0"/>
        </a:spcBef>
        <a:spcAft>
          <a:spcPct val="0"/>
        </a:spcAft>
        <a:defRPr sz="4400">
          <a:solidFill>
            <a:srgbClr val="000000"/>
          </a:solidFill>
          <a:latin typeface="Calibri" pitchFamily="34" charset="0"/>
          <a:ea typeface="Microsoft YaHei" pitchFamily="34" charset="-122"/>
        </a:defRPr>
      </a:lvl4pPr>
      <a:lvl5pPr algn="ctr" rtl="0" eaLnBrk="0" fontAlgn="base" hangingPunct="0">
        <a:spcBef>
          <a:spcPct val="0"/>
        </a:spcBef>
        <a:spcAft>
          <a:spcPct val="0"/>
        </a:spcAft>
        <a:defRPr sz="4400">
          <a:solidFill>
            <a:srgbClr val="000000"/>
          </a:solidFill>
          <a:latin typeface="Calibri" pitchFamily="34" charset="0"/>
          <a:ea typeface="Microsoft YaHei" pitchFamily="34" charset="-122"/>
        </a:defRPr>
      </a:lvl5pPr>
      <a:lvl6pPr marL="457200" algn="ctr" rtl="0" eaLnBrk="0" fontAlgn="base" hangingPunct="0">
        <a:spcBef>
          <a:spcPct val="0"/>
        </a:spcBef>
        <a:spcAft>
          <a:spcPct val="0"/>
        </a:spcAft>
        <a:defRPr sz="4400">
          <a:solidFill>
            <a:srgbClr val="000000"/>
          </a:solidFill>
          <a:latin typeface="Calibri" pitchFamily="34" charset="0"/>
          <a:ea typeface="Microsoft YaHei" pitchFamily="34" charset="-122"/>
        </a:defRPr>
      </a:lvl6pPr>
      <a:lvl7pPr marL="914400" algn="ctr" rtl="0" eaLnBrk="0" fontAlgn="base" hangingPunct="0">
        <a:spcBef>
          <a:spcPct val="0"/>
        </a:spcBef>
        <a:spcAft>
          <a:spcPct val="0"/>
        </a:spcAft>
        <a:defRPr sz="4400">
          <a:solidFill>
            <a:srgbClr val="000000"/>
          </a:solidFill>
          <a:latin typeface="Calibri" pitchFamily="34" charset="0"/>
          <a:ea typeface="Microsoft YaHei" pitchFamily="34" charset="-122"/>
        </a:defRPr>
      </a:lvl7pPr>
      <a:lvl8pPr marL="1371600" algn="ctr" rtl="0" eaLnBrk="0" fontAlgn="base" hangingPunct="0">
        <a:spcBef>
          <a:spcPct val="0"/>
        </a:spcBef>
        <a:spcAft>
          <a:spcPct val="0"/>
        </a:spcAft>
        <a:defRPr sz="4400">
          <a:solidFill>
            <a:srgbClr val="000000"/>
          </a:solidFill>
          <a:latin typeface="Calibri" pitchFamily="34" charset="0"/>
          <a:ea typeface="Microsoft YaHei" pitchFamily="34" charset="-122"/>
        </a:defRPr>
      </a:lvl8pPr>
      <a:lvl9pPr marL="1828800" algn="ctr" rtl="0" eaLnBrk="0" fontAlgn="base" hangingPunct="0">
        <a:spcBef>
          <a:spcPct val="0"/>
        </a:spcBef>
        <a:spcAft>
          <a:spcPct val="0"/>
        </a:spcAft>
        <a:defRPr sz="4400">
          <a:solidFill>
            <a:srgbClr val="000000"/>
          </a:solidFill>
          <a:latin typeface="Calibri" pitchFamily="34" charset="0"/>
          <a:ea typeface="Microsoft YaHei" pitchFamily="34" charset="-122"/>
        </a:defRPr>
      </a:lvl9pPr>
    </p:titleStyle>
    <p:bodyStyle>
      <a:lvl1pPr marL="342900" indent="-342900" algn="l" rtl="0" eaLnBrk="0" fontAlgn="base" hangingPunct="0">
        <a:spcBef>
          <a:spcPct val="0"/>
        </a:spcBef>
        <a:spcAft>
          <a:spcPts val="1413"/>
        </a:spcAft>
        <a:buChar char="•"/>
        <a:defRPr sz="3200">
          <a:solidFill>
            <a:srgbClr val="000000"/>
          </a:solidFill>
          <a:latin typeface="+mn-lt"/>
          <a:ea typeface="+mn-ea"/>
          <a:cs typeface="+mn-cs"/>
        </a:defRPr>
      </a:lvl1pPr>
      <a:lvl2pPr marL="685800" indent="-228600" algn="l" rtl="0" eaLnBrk="0" fontAlgn="base" hangingPunct="0">
        <a:lnSpc>
          <a:spcPct val="90000"/>
        </a:lnSpc>
        <a:spcBef>
          <a:spcPts val="500"/>
        </a:spcBef>
        <a:spcAft>
          <a:spcPct val="0"/>
        </a:spcAft>
        <a:buSzPct val="100000"/>
        <a:buChar char="•"/>
        <a:defRPr sz="2400">
          <a:solidFill>
            <a:srgbClr val="000000"/>
          </a:solidFill>
          <a:latin typeface="+mn-lt"/>
          <a:ea typeface="+mn-ea"/>
        </a:defRPr>
      </a:lvl2pPr>
      <a:lvl3pPr marL="1143000" indent="-228600" algn="l" rtl="0" eaLnBrk="0" fontAlgn="base" hangingPunct="0">
        <a:lnSpc>
          <a:spcPct val="90000"/>
        </a:lnSpc>
        <a:spcBef>
          <a:spcPts val="500"/>
        </a:spcBef>
        <a:spcAft>
          <a:spcPct val="0"/>
        </a:spcAft>
        <a:buSzPct val="100000"/>
        <a:buChar char="•"/>
        <a:defRPr sz="2000">
          <a:solidFill>
            <a:srgbClr val="000000"/>
          </a:solidFill>
          <a:latin typeface="+mn-lt"/>
          <a:ea typeface="+mn-ea"/>
        </a:defRPr>
      </a:lvl3pPr>
      <a:lvl4pPr marL="1600200" indent="-228600" algn="l" rtl="0" eaLnBrk="0" fontAlgn="base" hangingPunct="0">
        <a:lnSpc>
          <a:spcPct val="90000"/>
        </a:lnSpc>
        <a:spcBef>
          <a:spcPts val="500"/>
        </a:spcBef>
        <a:spcAft>
          <a:spcPct val="0"/>
        </a:spcAft>
        <a:buSzPct val="100000"/>
        <a:buChar char="•"/>
        <a:defRPr sz="2000">
          <a:solidFill>
            <a:srgbClr val="000000"/>
          </a:solidFill>
          <a:latin typeface="+mn-lt"/>
          <a:ea typeface="+mn-ea"/>
        </a:defRPr>
      </a:lvl4pPr>
      <a:lvl5pPr marL="2057400" indent="-228600" algn="l" rtl="0" eaLnBrk="0" fontAlgn="base" hangingPunct="0">
        <a:lnSpc>
          <a:spcPct val="90000"/>
        </a:lnSpc>
        <a:spcBef>
          <a:spcPts val="500"/>
        </a:spcBef>
        <a:spcAft>
          <a:spcPct val="0"/>
        </a:spcAft>
        <a:buSzPct val="100000"/>
        <a:buChar char="•"/>
        <a:defRPr sz="2000">
          <a:solidFill>
            <a:srgbClr val="000000"/>
          </a:solidFill>
          <a:latin typeface="+mn-lt"/>
          <a:ea typeface="+mn-ea"/>
        </a:defRPr>
      </a:lvl5pPr>
      <a:lvl6pPr marL="2514600" indent="-228600" algn="l" rtl="0" eaLnBrk="0" fontAlgn="base" hangingPunct="0">
        <a:lnSpc>
          <a:spcPct val="90000"/>
        </a:lnSpc>
        <a:spcBef>
          <a:spcPts val="500"/>
        </a:spcBef>
        <a:spcAft>
          <a:spcPct val="0"/>
        </a:spcAft>
        <a:buSzPct val="100000"/>
        <a:buChar char="•"/>
        <a:defRPr sz="2000">
          <a:solidFill>
            <a:srgbClr val="000000"/>
          </a:solidFill>
          <a:latin typeface="+mn-lt"/>
          <a:ea typeface="+mn-ea"/>
        </a:defRPr>
      </a:lvl6pPr>
      <a:lvl7pPr marL="2971800" indent="-228600" algn="l" rtl="0" eaLnBrk="0" fontAlgn="base" hangingPunct="0">
        <a:lnSpc>
          <a:spcPct val="90000"/>
        </a:lnSpc>
        <a:spcBef>
          <a:spcPts val="500"/>
        </a:spcBef>
        <a:spcAft>
          <a:spcPct val="0"/>
        </a:spcAft>
        <a:buSzPct val="100000"/>
        <a:buChar char="•"/>
        <a:defRPr sz="2000">
          <a:solidFill>
            <a:srgbClr val="000000"/>
          </a:solidFill>
          <a:latin typeface="+mn-lt"/>
          <a:ea typeface="+mn-ea"/>
        </a:defRPr>
      </a:lvl7pPr>
      <a:lvl8pPr marL="3429000" indent="-228600" algn="l" rtl="0" eaLnBrk="0" fontAlgn="base" hangingPunct="0">
        <a:lnSpc>
          <a:spcPct val="90000"/>
        </a:lnSpc>
        <a:spcBef>
          <a:spcPts val="500"/>
        </a:spcBef>
        <a:spcAft>
          <a:spcPct val="0"/>
        </a:spcAft>
        <a:buSzPct val="100000"/>
        <a:buChar char="•"/>
        <a:defRPr sz="2000">
          <a:solidFill>
            <a:srgbClr val="000000"/>
          </a:solidFill>
          <a:latin typeface="+mn-lt"/>
          <a:ea typeface="+mn-ea"/>
        </a:defRPr>
      </a:lvl8pPr>
      <a:lvl9pPr marL="3886200" indent="-228600" algn="l" rtl="0" eaLnBrk="0" fontAlgn="base" hangingPunct="0">
        <a:lnSpc>
          <a:spcPct val="90000"/>
        </a:lnSpc>
        <a:spcBef>
          <a:spcPts val="500"/>
        </a:spcBef>
        <a:spcAft>
          <a:spcPct val="0"/>
        </a:spcAft>
        <a:buSzPct val="100000"/>
        <a:buChar char="•"/>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2050" name="bk object 16"/>
          <p:cNvSpPr>
            <a:spLocks/>
          </p:cNvSpPr>
          <p:nvPr/>
        </p:nvSpPr>
        <p:spPr bwMode="auto">
          <a:xfrm>
            <a:off x="0" y="0"/>
            <a:ext cx="9144000" cy="68580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051" name="Holder 2"/>
          <p:cNvSpPr txBox="1">
            <a:spLocks noGrp="1" noChangeArrowheads="1"/>
          </p:cNvSpPr>
          <p:nvPr>
            <p:ph type="title"/>
          </p:nvPr>
        </p:nvSpPr>
        <p:spPr bwMode="auto">
          <a:xfrm>
            <a:off x="536575" y="396875"/>
            <a:ext cx="80708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1" compatLnSpc="1">
            <a:prstTxWarp prst="textNoShape">
              <a:avLst/>
            </a:prstTxWarp>
          </a:bodyPr>
          <a:lstStyle/>
          <a:p>
            <a:pPr lvl="0"/>
            <a:r>
              <a:rPr lang="en-US" altLang="en-US"/>
              <a:t>Click to edit the title text format</a:t>
            </a:r>
          </a:p>
        </p:txBody>
      </p:sp>
      <p:sp>
        <p:nvSpPr>
          <p:cNvPr id="2052" name="Holder 3"/>
          <p:cNvSpPr txBox="1">
            <a:spLocks noGrp="1" noChangeArrowheads="1"/>
          </p:cNvSpPr>
          <p:nvPr>
            <p:ph type="body" idx="1"/>
          </p:nvPr>
        </p:nvSpPr>
        <p:spPr bwMode="auto">
          <a:xfrm>
            <a:off x="342900" y="1490663"/>
            <a:ext cx="8458200"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the outline text format</a:t>
            </a:r>
          </a:p>
          <a:p>
            <a:pPr lvl="1"/>
            <a:r>
              <a:rPr lang="en-US" altLang="en-US"/>
              <a:t>Second Outline Level</a:t>
            </a:r>
          </a:p>
          <a:p>
            <a:pPr lvl="2"/>
            <a:r>
              <a:rPr lang="en-US" altLang="en-US"/>
              <a:t>Third Outline Level</a:t>
            </a:r>
          </a:p>
          <a:p>
            <a:pPr lvl="3"/>
            <a:r>
              <a:rPr lang="en-US" altLang="en-US"/>
              <a:t>Fourth Outline Level</a:t>
            </a:r>
          </a:p>
          <a:p>
            <a:pPr lvl="4"/>
            <a:r>
              <a:rPr lang="en-US" altLang="en-US"/>
              <a:t>Fifth Outline Level</a:t>
            </a:r>
          </a:p>
          <a:p>
            <a:pPr lvl="4"/>
            <a:r>
              <a:rPr lang="en-US" altLang="en-US"/>
              <a:t>Sixth Outline Level</a:t>
            </a:r>
          </a:p>
          <a:p>
            <a:pPr lvl="4"/>
            <a:r>
              <a:rPr lang="en-US" altLang="en-US"/>
              <a:t>Seventh Outline Level</a:t>
            </a:r>
          </a:p>
          <a:p>
            <a:pPr lvl="4"/>
            <a:r>
              <a:rPr lang="en-US" altLang="en-US"/>
              <a:t>Eighth Outline Level</a:t>
            </a:r>
          </a:p>
          <a:p>
            <a:pPr lvl="4"/>
            <a:r>
              <a:rPr lang="en-US" altLang="en-US"/>
              <a:t>Ninth Outline Level</a:t>
            </a:r>
          </a:p>
        </p:txBody>
      </p:sp>
      <p:sp>
        <p:nvSpPr>
          <p:cNvPr id="2053" name="Holder 4"/>
          <p:cNvSpPr txBox="1">
            <a:spLocks noGrp="1" noChangeArrowheads="1"/>
          </p:cNvSpPr>
          <p:nvPr>
            <p:ph type="ftr" sz="quarter" idx="3"/>
          </p:nvPr>
        </p:nvSpPr>
        <p:spPr bwMode="auto">
          <a:xfrm>
            <a:off x="3108325" y="6378575"/>
            <a:ext cx="292576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eaLnBrk="1">
              <a:defRPr sz="2400">
                <a:solidFill>
                  <a:srgbClr val="000000"/>
                </a:solidFill>
                <a:latin typeface="+mn-lt"/>
                <a:ea typeface="Arial Unicode MS" pitchFamily="34" charset="-128"/>
                <a:cs typeface="Arial Unicode MS" pitchFamily="34" charset="-128"/>
              </a:defRPr>
            </a:lvl1pPr>
          </a:lstStyle>
          <a:p>
            <a:pPr>
              <a:defRPr/>
            </a:pPr>
            <a:endParaRPr lang="en-US" altLang="en-US"/>
          </a:p>
        </p:txBody>
      </p:sp>
      <p:sp>
        <p:nvSpPr>
          <p:cNvPr id="2054" name="Holder 5"/>
          <p:cNvSpPr txBox="1">
            <a:spLocks noGrp="1" noChangeArrowheads="1"/>
          </p:cNvSpPr>
          <p:nvPr>
            <p:ph type="dt" sz="half" idx="2"/>
          </p:nvPr>
        </p:nvSpPr>
        <p:spPr bwMode="auto">
          <a:xfrm>
            <a:off x="457200" y="6378575"/>
            <a:ext cx="210343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eaLnBrk="1">
              <a:defRPr>
                <a:solidFill>
                  <a:srgbClr val="8B8B8B"/>
                </a:solidFill>
                <a:ea typeface="Arial Unicode MS" pitchFamily="34" charset="-128"/>
                <a:cs typeface="Arial Unicode MS" pitchFamily="34" charset="-128"/>
              </a:defRPr>
            </a:lvl1pPr>
          </a:lstStyle>
          <a:p>
            <a:pPr>
              <a:defRPr/>
            </a:pPr>
            <a:fld id="{0BAF1658-3439-4F7F-B621-CB94387D049C}" type="datetime1">
              <a:rPr lang="en-US" altLang="en-US"/>
              <a:pPr>
                <a:defRPr/>
              </a:pPr>
              <a:t>4/9/26</a:t>
            </a:fld>
            <a:endParaRPr lang="en-US" altLang="en-US"/>
          </a:p>
        </p:txBody>
      </p:sp>
      <p:sp>
        <p:nvSpPr>
          <p:cNvPr id="2055" name="Holder 6"/>
          <p:cNvSpPr txBox="1">
            <a:spLocks noGrp="1" noChangeArrowheads="1"/>
          </p:cNvSpPr>
          <p:nvPr>
            <p:ph type="sldNum" sz="quarter" idx="4"/>
          </p:nvPr>
        </p:nvSpPr>
        <p:spPr bwMode="auto">
          <a:xfrm>
            <a:off x="100013" y="6607175"/>
            <a:ext cx="1793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r" eaLnBrk="1">
              <a:defRPr sz="1000">
                <a:solidFill>
                  <a:srgbClr val="FFFFFF"/>
                </a:solidFill>
                <a:latin typeface="+mn-lt"/>
                <a:ea typeface="Arial Unicode MS" pitchFamily="34" charset="-128"/>
                <a:cs typeface="Arial Unicode MS" pitchFamily="34" charset="-128"/>
              </a:defRPr>
            </a:lvl1pPr>
          </a:lstStyle>
          <a:p>
            <a:pPr>
              <a:defRPr/>
            </a:pPr>
            <a:fld id="{796212F0-F424-4350-9656-96476B52FFD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transition spd="slow"/>
  <p:txStyles>
    <p:titleStyle>
      <a:lvl1pPr algn="ctr" rtl="0" eaLnBrk="0" fontAlgn="base" hangingPunct="0">
        <a:spcBef>
          <a:spcPct val="0"/>
        </a:spcBef>
        <a:spcAft>
          <a:spcPct val="0"/>
        </a:spcAft>
        <a:defRPr sz="4000" b="1">
          <a:solidFill>
            <a:srgbClr val="FFFFFF"/>
          </a:solidFill>
          <a:latin typeface="+mj-lt"/>
          <a:ea typeface="+mj-ea"/>
          <a:cs typeface="+mj-cs"/>
        </a:defRPr>
      </a:lvl1pPr>
      <a:lvl2pPr algn="ctr" rtl="0" eaLnBrk="0" fontAlgn="base" hangingPunct="0">
        <a:spcBef>
          <a:spcPct val="0"/>
        </a:spcBef>
        <a:spcAft>
          <a:spcPct val="0"/>
        </a:spcAft>
        <a:defRPr sz="4000" b="1">
          <a:solidFill>
            <a:srgbClr val="FFFFFF"/>
          </a:solidFill>
          <a:latin typeface="Tahoma" pitchFamily="34" charset="0"/>
          <a:ea typeface="Microsoft YaHei" pitchFamily="34" charset="-122"/>
        </a:defRPr>
      </a:lvl2pPr>
      <a:lvl3pPr algn="ctr" rtl="0" eaLnBrk="0" fontAlgn="base" hangingPunct="0">
        <a:spcBef>
          <a:spcPct val="0"/>
        </a:spcBef>
        <a:spcAft>
          <a:spcPct val="0"/>
        </a:spcAft>
        <a:defRPr sz="4000" b="1">
          <a:solidFill>
            <a:srgbClr val="FFFFFF"/>
          </a:solidFill>
          <a:latin typeface="Tahoma" pitchFamily="34" charset="0"/>
          <a:ea typeface="Microsoft YaHei" pitchFamily="34" charset="-122"/>
        </a:defRPr>
      </a:lvl3pPr>
      <a:lvl4pPr algn="ctr" rtl="0" eaLnBrk="0" fontAlgn="base" hangingPunct="0">
        <a:spcBef>
          <a:spcPct val="0"/>
        </a:spcBef>
        <a:spcAft>
          <a:spcPct val="0"/>
        </a:spcAft>
        <a:defRPr sz="4000" b="1">
          <a:solidFill>
            <a:srgbClr val="FFFFFF"/>
          </a:solidFill>
          <a:latin typeface="Tahoma" pitchFamily="34" charset="0"/>
          <a:ea typeface="Microsoft YaHei" pitchFamily="34" charset="-122"/>
        </a:defRPr>
      </a:lvl4pPr>
      <a:lvl5pPr algn="ctr" rtl="0" eaLnBrk="0" fontAlgn="base" hangingPunct="0">
        <a:spcBef>
          <a:spcPct val="0"/>
        </a:spcBef>
        <a:spcAft>
          <a:spcPct val="0"/>
        </a:spcAft>
        <a:defRPr sz="4000" b="1">
          <a:solidFill>
            <a:srgbClr val="FFFFFF"/>
          </a:solidFill>
          <a:latin typeface="Tahoma" pitchFamily="34" charset="0"/>
          <a:ea typeface="Microsoft YaHei" pitchFamily="34" charset="-122"/>
        </a:defRPr>
      </a:lvl5pPr>
      <a:lvl6pPr marL="457200" algn="ctr" rtl="0" eaLnBrk="0" fontAlgn="base" hangingPunct="0">
        <a:spcBef>
          <a:spcPct val="0"/>
        </a:spcBef>
        <a:spcAft>
          <a:spcPct val="0"/>
        </a:spcAft>
        <a:defRPr sz="4000" b="1">
          <a:solidFill>
            <a:srgbClr val="FFFFFF"/>
          </a:solidFill>
          <a:latin typeface="Tahoma" pitchFamily="34" charset="0"/>
          <a:ea typeface="Microsoft YaHei" pitchFamily="34" charset="-122"/>
        </a:defRPr>
      </a:lvl6pPr>
      <a:lvl7pPr marL="914400" algn="ctr" rtl="0" eaLnBrk="0" fontAlgn="base" hangingPunct="0">
        <a:spcBef>
          <a:spcPct val="0"/>
        </a:spcBef>
        <a:spcAft>
          <a:spcPct val="0"/>
        </a:spcAft>
        <a:defRPr sz="4000" b="1">
          <a:solidFill>
            <a:srgbClr val="FFFFFF"/>
          </a:solidFill>
          <a:latin typeface="Tahoma" pitchFamily="34" charset="0"/>
          <a:ea typeface="Microsoft YaHei" pitchFamily="34" charset="-122"/>
        </a:defRPr>
      </a:lvl7pPr>
      <a:lvl8pPr marL="1371600" algn="ctr" rtl="0" eaLnBrk="0" fontAlgn="base" hangingPunct="0">
        <a:spcBef>
          <a:spcPct val="0"/>
        </a:spcBef>
        <a:spcAft>
          <a:spcPct val="0"/>
        </a:spcAft>
        <a:defRPr sz="4000" b="1">
          <a:solidFill>
            <a:srgbClr val="FFFFFF"/>
          </a:solidFill>
          <a:latin typeface="Tahoma" pitchFamily="34" charset="0"/>
          <a:ea typeface="Microsoft YaHei" pitchFamily="34" charset="-122"/>
        </a:defRPr>
      </a:lvl8pPr>
      <a:lvl9pPr marL="1828800" algn="ctr" rtl="0" eaLnBrk="0" fontAlgn="base" hangingPunct="0">
        <a:spcBef>
          <a:spcPct val="0"/>
        </a:spcBef>
        <a:spcAft>
          <a:spcPct val="0"/>
        </a:spcAft>
        <a:defRPr sz="4000" b="1">
          <a:solidFill>
            <a:srgbClr val="FFFFFF"/>
          </a:solidFill>
          <a:latin typeface="Tahoma" pitchFamily="34" charset="0"/>
          <a:ea typeface="Microsoft YaHei" pitchFamily="34" charset="-122"/>
        </a:defRPr>
      </a:lvl9pPr>
    </p:titleStyle>
    <p:bodyStyle>
      <a:lvl1pPr marL="342900" indent="-342900" algn="l" rtl="0" eaLnBrk="0" fontAlgn="base" hangingPunct="0">
        <a:spcBef>
          <a:spcPct val="0"/>
        </a:spcBef>
        <a:spcAft>
          <a:spcPts val="1413"/>
        </a:spcAft>
        <a:buChar char="•"/>
        <a:defRPr sz="2400">
          <a:solidFill>
            <a:srgbClr val="000000"/>
          </a:solidFill>
          <a:latin typeface="+mn-lt"/>
          <a:ea typeface="+mn-ea"/>
          <a:cs typeface="+mn-cs"/>
        </a:defRPr>
      </a:lvl1pPr>
      <a:lvl2pPr marL="742950" indent="-285750" algn="l" rtl="0" eaLnBrk="0" fontAlgn="base" hangingPunct="0">
        <a:spcBef>
          <a:spcPct val="0"/>
        </a:spcBef>
        <a:spcAft>
          <a:spcPts val="1413"/>
        </a:spcAft>
        <a:buSzPct val="75000"/>
        <a:buFont typeface="StarSymbol"/>
        <a:buChar char="–"/>
        <a:defRPr sz="2400">
          <a:solidFill>
            <a:srgbClr val="000000"/>
          </a:solidFill>
          <a:latin typeface="+mn-lt"/>
          <a:ea typeface="+mn-ea"/>
        </a:defRPr>
      </a:lvl2pPr>
      <a:lvl3pPr marL="1143000" indent="-228600" algn="l" rtl="0" eaLnBrk="0" fontAlgn="base" hangingPunct="0">
        <a:spcBef>
          <a:spcPct val="0"/>
        </a:spcBef>
        <a:spcAft>
          <a:spcPts val="1413"/>
        </a:spcAft>
        <a:buSzPct val="75000"/>
        <a:buFont typeface="StarSymbol"/>
        <a:buChar char="●"/>
        <a:defRPr sz="2400">
          <a:solidFill>
            <a:srgbClr val="000000"/>
          </a:solidFill>
          <a:latin typeface="+mn-lt"/>
          <a:ea typeface="+mn-ea"/>
        </a:defRPr>
      </a:lvl3pPr>
      <a:lvl4pPr marL="1600200" indent="-228600" algn="l" rtl="0" eaLnBrk="0" fontAlgn="base" hangingPunct="0">
        <a:spcBef>
          <a:spcPct val="0"/>
        </a:spcBef>
        <a:spcAft>
          <a:spcPts val="1413"/>
        </a:spcAft>
        <a:buSzPct val="75000"/>
        <a:buFont typeface="StarSymbol"/>
        <a:buChar char="–"/>
        <a:defRPr sz="2400">
          <a:solidFill>
            <a:srgbClr val="000000"/>
          </a:solidFill>
          <a:latin typeface="+mn-lt"/>
          <a:ea typeface="+mn-ea"/>
        </a:defRPr>
      </a:lvl4pPr>
      <a:lvl5pPr marL="2057400" indent="-228600" algn="l" rtl="0" eaLnBrk="0" fontAlgn="base" hangingPunct="0">
        <a:spcBef>
          <a:spcPct val="0"/>
        </a:spcBef>
        <a:spcAft>
          <a:spcPts val="1413"/>
        </a:spcAft>
        <a:buSzPct val="75000"/>
        <a:buFont typeface="StarSymbol"/>
        <a:buChar char="●"/>
        <a:defRPr sz="2400">
          <a:solidFill>
            <a:srgbClr val="000000"/>
          </a:solidFill>
          <a:latin typeface="+mn-lt"/>
          <a:ea typeface="+mn-ea"/>
        </a:defRPr>
      </a:lvl5pPr>
      <a:lvl6pPr marL="2514600" indent="-228600" algn="l" rtl="0" eaLnBrk="0" fontAlgn="base" hangingPunct="0">
        <a:spcBef>
          <a:spcPct val="0"/>
        </a:spcBef>
        <a:spcAft>
          <a:spcPts val="1413"/>
        </a:spcAft>
        <a:buSzPct val="75000"/>
        <a:buFont typeface="StarSymbol"/>
        <a:buChar char="●"/>
        <a:defRPr sz="2400">
          <a:solidFill>
            <a:srgbClr val="000000"/>
          </a:solidFill>
          <a:latin typeface="+mn-lt"/>
          <a:ea typeface="+mn-ea"/>
        </a:defRPr>
      </a:lvl6pPr>
      <a:lvl7pPr marL="2971800" indent="-228600" algn="l" rtl="0" eaLnBrk="0" fontAlgn="base" hangingPunct="0">
        <a:spcBef>
          <a:spcPct val="0"/>
        </a:spcBef>
        <a:spcAft>
          <a:spcPts val="1413"/>
        </a:spcAft>
        <a:buSzPct val="75000"/>
        <a:buFont typeface="StarSymbol"/>
        <a:buChar char="●"/>
        <a:defRPr sz="2400">
          <a:solidFill>
            <a:srgbClr val="000000"/>
          </a:solidFill>
          <a:latin typeface="+mn-lt"/>
          <a:ea typeface="+mn-ea"/>
        </a:defRPr>
      </a:lvl7pPr>
      <a:lvl8pPr marL="3429000" indent="-228600" algn="l" rtl="0" eaLnBrk="0" fontAlgn="base" hangingPunct="0">
        <a:spcBef>
          <a:spcPct val="0"/>
        </a:spcBef>
        <a:spcAft>
          <a:spcPts val="1413"/>
        </a:spcAft>
        <a:buSzPct val="75000"/>
        <a:buFont typeface="StarSymbol"/>
        <a:buChar char="●"/>
        <a:defRPr sz="2400">
          <a:solidFill>
            <a:srgbClr val="000000"/>
          </a:solidFill>
          <a:latin typeface="+mn-lt"/>
          <a:ea typeface="+mn-ea"/>
        </a:defRPr>
      </a:lvl8pPr>
      <a:lvl9pPr marL="3886200" indent="-228600" algn="l" rtl="0" eaLnBrk="0" fontAlgn="base" hangingPunct="0">
        <a:spcBef>
          <a:spcPct val="0"/>
        </a:spcBef>
        <a:spcAft>
          <a:spcPts val="1413"/>
        </a:spcAft>
        <a:buSzPct val="75000"/>
        <a:buFont typeface="StarSymbol"/>
        <a:buChar char="●"/>
        <a:defRPr sz="24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 Id="rId5" Type="http://schemas.openxmlformats.org/officeDocument/2006/relationships/hyperlink" Target="https://github.com/Mikachupichu/central-banking-expert-system/tree/TODO2" TargetMode="Externa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Mikachupichu/central-banking-expert-system/tree/TODO3" TargetMode="External"/><Relationship Id="rId2" Type="http://schemas.openxmlformats.org/officeDocument/2006/relationships/image" Target="../media/image2.png"/><Relationship Id="rId1" Type="http://schemas.openxmlformats.org/officeDocument/2006/relationships/slideLayout" Target="../slideLayouts/slideLayout18.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Mikachupichu/central-banking-expert-system/tree/main" TargetMode="External"/><Relationship Id="rId2" Type="http://schemas.openxmlformats.org/officeDocument/2006/relationships/image" Target="../media/image2.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ubtitle 3"/>
          <p:cNvSpPr txBox="1">
            <a:spLocks noGrp="1" noChangeArrowheads="1"/>
          </p:cNvSpPr>
          <p:nvPr>
            <p:ph type="subTitle" idx="4294967295"/>
          </p:nvPr>
        </p:nvSpPr>
        <p:spPr>
          <a:xfrm>
            <a:off x="1862138" y="2098675"/>
            <a:ext cx="5545137" cy="2663825"/>
          </a:xfrm>
        </p:spPr>
        <p:txBody>
          <a:bodyPr anchorCtr="1"/>
          <a:lstStyle/>
          <a:p>
            <a:pPr marL="0" indent="0" algn="just">
              <a:buFontTx/>
              <a:buNone/>
            </a:pPr>
            <a:r>
              <a:rPr lang="en-US" altLang="en-US" sz="2000" dirty="0">
                <a:latin typeface="Tahoma" pitchFamily="34" charset="0"/>
                <a:cs typeface="Tahoma" pitchFamily="34" charset="0"/>
              </a:rPr>
              <a:t>Michael Pouget (40246798)</a:t>
            </a:r>
            <a:endParaRPr lang="en-US" altLang="en-US" sz="2400" dirty="0">
              <a:latin typeface="Tahoma" pitchFamily="34" charset="0"/>
              <a:cs typeface="Tahoma" pitchFamily="34" charset="0"/>
            </a:endParaRPr>
          </a:p>
        </p:txBody>
      </p:sp>
      <p:sp>
        <p:nvSpPr>
          <p:cNvPr id="3075" name="object 7"/>
          <p:cNvSpPr>
            <a:spLocks noChangeArrowheads="1"/>
          </p:cNvSpPr>
          <p:nvPr/>
        </p:nvSpPr>
        <p:spPr bwMode="auto">
          <a:xfrm>
            <a:off x="3486150" y="5641975"/>
            <a:ext cx="2297113" cy="307975"/>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17694720 60000 65536"/>
              <a:gd name="T9" fmla="*/ 0 60000 65536"/>
              <a:gd name="T10" fmla="*/ 5898240 60000 65536"/>
              <a:gd name="T11" fmla="*/ 1179648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spcAft>
                <a:spcPts val="1413"/>
              </a:spcAft>
              <a:buChar char="•"/>
              <a:defRPr sz="3200">
                <a:solidFill>
                  <a:srgbClr val="000000"/>
                </a:solidFill>
                <a:latin typeface="Calibri" pitchFamily="34" charset="0"/>
                <a:ea typeface="Microsoft YaHei" pitchFamily="34" charset="-122"/>
              </a:defRPr>
            </a:lvl1pPr>
            <a:lvl2pPr marL="742950" indent="-285750">
              <a:lnSpc>
                <a:spcPct val="90000"/>
              </a:lnSpc>
              <a:spcBef>
                <a:spcPts val="500"/>
              </a:spcBef>
              <a:buSzPct val="100000"/>
              <a:buChar char="•"/>
              <a:defRPr sz="2400">
                <a:solidFill>
                  <a:srgbClr val="000000"/>
                </a:solidFill>
                <a:latin typeface="Calibri" pitchFamily="34" charset="0"/>
                <a:ea typeface="Microsoft YaHei" pitchFamily="34" charset="-122"/>
              </a:defRPr>
            </a:lvl2pPr>
            <a:lvl3pPr marL="1143000" indent="-228600">
              <a:lnSpc>
                <a:spcPct val="90000"/>
              </a:lnSpc>
              <a:spcBef>
                <a:spcPts val="500"/>
              </a:spcBef>
              <a:buSzPct val="100000"/>
              <a:buChar char="•"/>
              <a:defRPr sz="2000">
                <a:solidFill>
                  <a:srgbClr val="000000"/>
                </a:solidFill>
                <a:latin typeface="Calibri" pitchFamily="34" charset="0"/>
                <a:ea typeface="Microsoft YaHei" pitchFamily="34" charset="-122"/>
              </a:defRPr>
            </a:lvl3pPr>
            <a:lvl4pPr marL="1600200" indent="-228600">
              <a:lnSpc>
                <a:spcPct val="90000"/>
              </a:lnSpc>
              <a:spcBef>
                <a:spcPts val="500"/>
              </a:spcBef>
              <a:buSzPct val="100000"/>
              <a:buChar char="•"/>
              <a:defRPr sz="2000">
                <a:solidFill>
                  <a:srgbClr val="000000"/>
                </a:solidFill>
                <a:latin typeface="Calibri" pitchFamily="34" charset="0"/>
                <a:ea typeface="Microsoft YaHei" pitchFamily="34" charset="-122"/>
              </a:defRPr>
            </a:lvl4pPr>
            <a:lvl5pPr marL="2057400" indent="-228600">
              <a:lnSpc>
                <a:spcPct val="90000"/>
              </a:lnSpc>
              <a:spcBef>
                <a:spcPts val="500"/>
              </a:spcBef>
              <a:buSzPct val="100000"/>
              <a:buChar char="•"/>
              <a:defRPr sz="2000">
                <a:solidFill>
                  <a:srgbClr val="000000"/>
                </a:solidFill>
                <a:latin typeface="Calibri" pitchFamily="34" charset="0"/>
                <a:ea typeface="Microsoft YaHei" pitchFamily="34" charset="-122"/>
              </a:defRPr>
            </a:lvl5pPr>
            <a:lvl6pPr marL="25146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6pPr>
            <a:lvl7pPr marL="29718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7pPr>
            <a:lvl8pPr marL="34290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8pPr>
            <a:lvl9pPr marL="38862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9pPr>
          </a:lstStyle>
          <a:p>
            <a:pPr algn="ctr" eaLnBrk="1">
              <a:spcAft>
                <a:spcPct val="0"/>
              </a:spcAft>
              <a:buFontTx/>
              <a:buNone/>
            </a:pPr>
            <a:r>
              <a:rPr lang="en-US" altLang="en-US" sz="2000" dirty="0">
                <a:solidFill>
                  <a:schemeClr val="tx1"/>
                </a:solidFill>
                <a:latin typeface="Tahoma" pitchFamily="34" charset="0"/>
              </a:rPr>
              <a:t>April 10, 2026</a:t>
            </a:r>
          </a:p>
        </p:txBody>
      </p:sp>
      <p:sp>
        <p:nvSpPr>
          <p:cNvPr id="3076" name="object 5"/>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3077" name="object 7"/>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3200">
                <a:solidFill>
                  <a:srgbClr val="000000"/>
                </a:solidFill>
                <a:latin typeface="Calibri" pitchFamily="34" charset="0"/>
                <a:ea typeface="Microsoft YaHei" pitchFamily="34" charset="-122"/>
              </a:defRPr>
            </a:lvl1pPr>
            <a:lvl2pPr marL="685800" indent="-228600">
              <a:lnSpc>
                <a:spcPct val="90000"/>
              </a:lnSpc>
              <a:spcBef>
                <a:spcPts val="500"/>
              </a:spcBef>
              <a:buSzPct val="100000"/>
              <a:buChar char="•"/>
              <a:defRPr sz="2400">
                <a:solidFill>
                  <a:srgbClr val="000000"/>
                </a:solidFill>
                <a:latin typeface="Calibri" pitchFamily="34" charset="0"/>
                <a:ea typeface="Microsoft YaHei" pitchFamily="34" charset="-122"/>
              </a:defRPr>
            </a:lvl2pPr>
            <a:lvl3pPr marL="1143000" indent="-228600">
              <a:lnSpc>
                <a:spcPct val="90000"/>
              </a:lnSpc>
              <a:spcBef>
                <a:spcPts val="500"/>
              </a:spcBef>
              <a:buSzPct val="100000"/>
              <a:buChar char="•"/>
              <a:defRPr sz="2000">
                <a:solidFill>
                  <a:srgbClr val="000000"/>
                </a:solidFill>
                <a:latin typeface="Calibri" pitchFamily="34" charset="0"/>
                <a:ea typeface="Microsoft YaHei" pitchFamily="34" charset="-122"/>
              </a:defRPr>
            </a:lvl3pPr>
            <a:lvl4pPr marL="1600200" indent="-228600">
              <a:lnSpc>
                <a:spcPct val="90000"/>
              </a:lnSpc>
              <a:spcBef>
                <a:spcPts val="500"/>
              </a:spcBef>
              <a:buSzPct val="100000"/>
              <a:buChar char="•"/>
              <a:defRPr sz="2000">
                <a:solidFill>
                  <a:srgbClr val="000000"/>
                </a:solidFill>
                <a:latin typeface="Calibri" pitchFamily="34" charset="0"/>
                <a:ea typeface="Microsoft YaHei" pitchFamily="34" charset="-122"/>
              </a:defRPr>
            </a:lvl4pPr>
            <a:lvl5pPr marL="2057400" indent="-228600">
              <a:lnSpc>
                <a:spcPct val="90000"/>
              </a:lnSpc>
              <a:spcBef>
                <a:spcPts val="500"/>
              </a:spcBef>
              <a:buSzPct val="100000"/>
              <a:buChar char="•"/>
              <a:defRPr sz="2000">
                <a:solidFill>
                  <a:srgbClr val="000000"/>
                </a:solidFill>
                <a:latin typeface="Calibri" pitchFamily="34" charset="0"/>
                <a:ea typeface="Microsoft YaHei" pitchFamily="34" charset="-122"/>
              </a:defRPr>
            </a:lvl5pPr>
            <a:lvl6pPr marL="25146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6pPr>
            <a:lvl7pPr marL="29718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7pPr>
            <a:lvl8pPr marL="34290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8pPr>
            <a:lvl9pPr marL="3886200" indent="-228600" eaLnBrk="0" fontAlgn="base" hangingPunct="0">
              <a:lnSpc>
                <a:spcPct val="90000"/>
              </a:lnSpc>
              <a:spcBef>
                <a:spcPts val="500"/>
              </a:spcBef>
              <a:spcAft>
                <a:spcPct val="0"/>
              </a:spcAft>
              <a:buSzPct val="100000"/>
              <a:buChar char="•"/>
              <a:defRPr sz="2000">
                <a:solidFill>
                  <a:srgbClr val="000000"/>
                </a:solidFill>
                <a:latin typeface="Calibri" pitchFamily="34"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Title</a:t>
            </a:r>
            <a:endParaRPr lang="en-US" altLang="en-US" sz="2800">
              <a:solidFill>
                <a:srgbClr val="FFFFFF"/>
              </a:solidFill>
              <a:latin typeface="Tahoma" pitchFamily="34" charset="0"/>
              <a:cs typeface="Tahoma" pitchFamily="34" charset="0"/>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object 5"/>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p:cNvSpPr txBox="1">
            <a:spLocks noChangeArrowheads="1"/>
          </p:cNvSpPr>
          <p:nvPr/>
        </p:nvSpPr>
        <p:spPr bwMode="auto">
          <a:xfrm>
            <a:off x="303213" y="1336675"/>
            <a:ext cx="8662987" cy="1629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marL="457200" indent="-457200" algn="just" eaLnBrk="1">
              <a:spcAft>
                <a:spcPct val="0"/>
              </a:spcAft>
              <a:buFont typeface="+mj-lt"/>
              <a:buAutoNum type="arabicPeriod"/>
            </a:pPr>
            <a:r>
              <a:rPr lang="en-US" altLang="en-US" sz="2000" dirty="0">
                <a:solidFill>
                  <a:srgbClr val="1C1C1C"/>
                </a:solidFill>
                <a:latin typeface="Tahoma" pitchFamily="34" charset="0"/>
                <a:cs typeface="Tahoma" pitchFamily="34" charset="0"/>
              </a:rPr>
              <a:t>Lessons Learned from D1 (TODO 1)</a:t>
            </a:r>
          </a:p>
          <a:p>
            <a:pPr marL="457200" indent="-457200" algn="just" eaLnBrk="1">
              <a:spcAft>
                <a:spcPct val="0"/>
              </a:spcAft>
              <a:buFont typeface="+mj-lt"/>
              <a:buAutoNum type="arabicPeriod"/>
            </a:pPr>
            <a:r>
              <a:rPr lang="en-US" altLang="en-US" sz="2000" dirty="0">
                <a:solidFill>
                  <a:srgbClr val="1C1C1C"/>
                </a:solidFill>
                <a:latin typeface="Tahoma" pitchFamily="34" charset="0"/>
                <a:cs typeface="Tahoma" pitchFamily="34" charset="0"/>
              </a:rPr>
              <a:t>Probabilistic Uncertainty (TODO 2)</a:t>
            </a:r>
          </a:p>
          <a:p>
            <a:pPr marL="457200" indent="-457200" algn="just" eaLnBrk="1">
              <a:spcAft>
                <a:spcPct val="0"/>
              </a:spcAft>
              <a:buFont typeface="+mj-lt"/>
              <a:buAutoNum type="arabicPeriod"/>
            </a:pPr>
            <a:r>
              <a:rPr lang="en-US" altLang="en-US" sz="2000" dirty="0">
                <a:solidFill>
                  <a:srgbClr val="1C1C1C"/>
                </a:solidFill>
                <a:latin typeface="Tahoma" pitchFamily="34" charset="0"/>
                <a:cs typeface="Tahoma" pitchFamily="34" charset="0"/>
              </a:rPr>
              <a:t>Possibilistic Uncertainty (TODO 3)</a:t>
            </a:r>
          </a:p>
          <a:p>
            <a:pPr marL="457200" indent="-457200" algn="just" eaLnBrk="1">
              <a:spcAft>
                <a:spcPct val="0"/>
              </a:spcAft>
              <a:buFont typeface="+mj-lt"/>
              <a:buAutoNum type="arabicPeriod"/>
            </a:pPr>
            <a:r>
              <a:rPr lang="en-US" altLang="en-US" sz="2000" dirty="0">
                <a:solidFill>
                  <a:srgbClr val="1C1C1C"/>
                </a:solidFill>
                <a:latin typeface="Tahoma" pitchFamily="34" charset="0"/>
                <a:cs typeface="Tahoma" pitchFamily="34" charset="0"/>
              </a:rPr>
              <a:t>Quality Attributes (TODO 4)</a:t>
            </a:r>
          </a:p>
          <a:p>
            <a:pPr marL="457200" indent="-457200" algn="just" eaLnBrk="1">
              <a:spcAft>
                <a:spcPct val="0"/>
              </a:spcAft>
              <a:buFont typeface="+mj-lt"/>
              <a:buAutoNum type="arabicPeriod"/>
            </a:pPr>
            <a:r>
              <a:rPr lang="en-US" altLang="en-US" sz="2000" dirty="0">
                <a:solidFill>
                  <a:srgbClr val="1C1C1C"/>
                </a:solidFill>
                <a:latin typeface="Tahoma" pitchFamily="34" charset="0"/>
                <a:cs typeface="Tahoma" pitchFamily="34" charset="0"/>
              </a:rPr>
              <a:t>Conclusion</a:t>
            </a:r>
          </a:p>
        </p:txBody>
      </p:sp>
      <p:sp>
        <p:nvSpPr>
          <p:cNvPr id="4100" name="object 7"/>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Agenda</a:t>
            </a:r>
            <a:endParaRPr lang="en-US" altLang="en-US" sz="2800">
              <a:solidFill>
                <a:srgbClr val="FFFFFF"/>
              </a:solidFill>
              <a:latin typeface="Tahoma" pitchFamily="34" charset="0"/>
              <a:cs typeface="Tahoma"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666D1-A3EA-52BE-5952-8341FD3EA4A8}"/>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9520983B-091F-2636-8871-DA683FB60D06}"/>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a:extLst>
              <a:ext uri="{FF2B5EF4-FFF2-40B4-BE49-F238E27FC236}">
                <a16:creationId xmlns:a16="http://schemas.microsoft.com/office/drawing/2014/main" id="{420EE01B-748B-E5A4-B97B-75CB81A57012}"/>
              </a:ext>
            </a:extLst>
          </p:cNvPr>
          <p:cNvSpPr txBox="1">
            <a:spLocks noChangeArrowheads="1"/>
          </p:cNvSpPr>
          <p:nvPr/>
        </p:nvSpPr>
        <p:spPr bwMode="auto">
          <a:xfrm>
            <a:off x="303213" y="1336675"/>
            <a:ext cx="8662987" cy="1937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just" eaLnBrk="1">
              <a:spcAft>
                <a:spcPct val="0"/>
              </a:spcAft>
              <a:buFontTx/>
              <a:buNone/>
            </a:pPr>
            <a:r>
              <a:rPr lang="en-US" altLang="en-US" sz="2000" dirty="0">
                <a:solidFill>
                  <a:srgbClr val="1C1C1C"/>
                </a:solidFill>
                <a:latin typeface="Tahoma" pitchFamily="34" charset="0"/>
                <a:cs typeface="Tahoma" pitchFamily="34" charset="0"/>
              </a:rPr>
              <a:t>Although I performed very well and received a good grade, a major part of my expert system that must change is the lack of interactivity, as brought up to me in the D1 demo feedback. I will thus allow users to interact with my expert system directly through the CLI rather than by expecting them to add, modify or remove facts from the database (aside from those that rarely need to change).</a:t>
            </a:r>
          </a:p>
        </p:txBody>
      </p:sp>
      <p:sp>
        <p:nvSpPr>
          <p:cNvPr id="4100" name="object 7">
            <a:extLst>
              <a:ext uri="{FF2B5EF4-FFF2-40B4-BE49-F238E27FC236}">
                <a16:creationId xmlns:a16="http://schemas.microsoft.com/office/drawing/2014/main" id="{B35E79B3-76E9-14F2-9984-03B56C085D46}"/>
              </a:ext>
            </a:extLst>
          </p:cNvPr>
          <p:cNvSpPr txBox="1">
            <a:spLocks noChangeArrowheads="1"/>
          </p:cNvSpPr>
          <p:nvPr/>
        </p:nvSpPr>
        <p:spPr bwMode="auto">
          <a:xfrm>
            <a:off x="588963" y="238125"/>
            <a:ext cx="80914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dirty="0">
                <a:solidFill>
                  <a:srgbClr val="FFFFFF"/>
                </a:solidFill>
                <a:latin typeface="Tahoma" pitchFamily="34" charset="0"/>
                <a:cs typeface="Tahoma" pitchFamily="34" charset="0"/>
              </a:rPr>
              <a:t>Lessons Learned from D1 (TODO 1)</a:t>
            </a:r>
            <a:endParaRPr lang="en-US" altLang="en-US" sz="2800" dirty="0">
              <a:solidFill>
                <a:srgbClr val="FFFFFF"/>
              </a:solidFill>
              <a:latin typeface="Tahoma" pitchFamily="34" charset="0"/>
              <a:cs typeface="Tahoma" pitchFamily="34" charset="0"/>
            </a:endParaRPr>
          </a:p>
        </p:txBody>
      </p:sp>
    </p:spTree>
    <p:extLst>
      <p:ext uri="{BB962C8B-B14F-4D97-AF65-F5344CB8AC3E}">
        <p14:creationId xmlns:p14="http://schemas.microsoft.com/office/powerpoint/2010/main" val="125415597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A255E-37B3-D943-7D65-879D1A07F3F3}"/>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07BD5FCC-FD5B-5F5E-F81B-D9080148C490}"/>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4100" name="object 7">
            <a:extLst>
              <a:ext uri="{FF2B5EF4-FFF2-40B4-BE49-F238E27FC236}">
                <a16:creationId xmlns:a16="http://schemas.microsoft.com/office/drawing/2014/main" id="{3DB2066B-4694-1961-B7EE-D636E7BA99CF}"/>
              </a:ext>
            </a:extLst>
          </p:cNvPr>
          <p:cNvSpPr txBox="1">
            <a:spLocks noChangeArrowheads="1"/>
          </p:cNvSpPr>
          <p:nvPr/>
        </p:nvSpPr>
        <p:spPr bwMode="auto">
          <a:xfrm>
            <a:off x="588963" y="238125"/>
            <a:ext cx="80914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dirty="0">
                <a:solidFill>
                  <a:srgbClr val="FFFFFF"/>
                </a:solidFill>
                <a:latin typeface="Tahoma" pitchFamily="34" charset="0"/>
                <a:cs typeface="Tahoma" pitchFamily="34" charset="0"/>
              </a:rPr>
              <a:t>Probabilistic Uncertainty (TODO 2)</a:t>
            </a:r>
            <a:endParaRPr lang="en-US" altLang="en-US" sz="2800" dirty="0">
              <a:solidFill>
                <a:srgbClr val="FFFFFF"/>
              </a:solidFill>
              <a:latin typeface="Tahoma" pitchFamily="34" charset="0"/>
              <a:cs typeface="Tahoma" pitchFamily="34" charset="0"/>
            </a:endParaRPr>
          </a:p>
        </p:txBody>
      </p:sp>
      <p:sp>
        <p:nvSpPr>
          <p:cNvPr id="3" name="TextBox 2">
            <a:extLst>
              <a:ext uri="{FF2B5EF4-FFF2-40B4-BE49-F238E27FC236}">
                <a16:creationId xmlns:a16="http://schemas.microsoft.com/office/drawing/2014/main" id="{68D39ADB-6086-2F36-C088-2317CD76FD6A}"/>
              </a:ext>
            </a:extLst>
          </p:cNvPr>
          <p:cNvSpPr txBox="1"/>
          <p:nvPr/>
        </p:nvSpPr>
        <p:spPr>
          <a:xfrm>
            <a:off x="303213" y="1050925"/>
            <a:ext cx="8662987" cy="1754326"/>
          </a:xfrm>
          <a:prstGeom prst="rect">
            <a:avLst/>
          </a:prstGeom>
          <a:noFill/>
        </p:spPr>
        <p:txBody>
          <a:bodyPr wrap="square">
            <a:spAutoFit/>
          </a:bodyPr>
          <a:lstStyle/>
          <a:p>
            <a:pPr algn="just" eaLnBrk="1">
              <a:spcAft>
                <a:spcPct val="0"/>
              </a:spcAft>
              <a:buFontTx/>
              <a:buNone/>
            </a:pPr>
            <a:r>
              <a:rPr lang="en-US" altLang="en-US" sz="1800" dirty="0">
                <a:solidFill>
                  <a:srgbClr val="1C1C1C"/>
                </a:solidFill>
                <a:latin typeface="Tahoma" pitchFamily="34" charset="0"/>
                <a:cs typeface="Tahoma" pitchFamily="34" charset="0"/>
              </a:rPr>
              <a:t>Certainty Factors were added to each economic indicator. Those that are largely based on measurements (the GDP Deflator, the Unemployment Rate, and the Real GDP Growth Rate) are almost certainly correct (CF 0.8), whereas those that are based on potential or expected values (the Expected Inflation</a:t>
            </a:r>
            <a:r>
              <a:rPr lang="en-US" altLang="en-US" dirty="0">
                <a:solidFill>
                  <a:srgbClr val="1C1C1C"/>
                </a:solidFill>
                <a:latin typeface="Tahoma" pitchFamily="34" charset="0"/>
                <a:cs typeface="Tahoma" pitchFamily="34" charset="0"/>
              </a:rPr>
              <a:t> and the Potential GDP Growth Rate) are estimated and thus probably (but not certainly) correct. Those are only default values.</a:t>
            </a:r>
          </a:p>
        </p:txBody>
      </p:sp>
      <p:pic>
        <p:nvPicPr>
          <p:cNvPr id="4" name="Picture 3">
            <a:extLst>
              <a:ext uri="{FF2B5EF4-FFF2-40B4-BE49-F238E27FC236}">
                <a16:creationId xmlns:a16="http://schemas.microsoft.com/office/drawing/2014/main" id="{549897DF-6393-C1F2-0C42-4911E2EA22A3}"/>
              </a:ext>
            </a:extLst>
          </p:cNvPr>
          <p:cNvPicPr>
            <a:picLocks noChangeAspect="1"/>
          </p:cNvPicPr>
          <p:nvPr/>
        </p:nvPicPr>
        <p:blipFill>
          <a:blip r:embed="rId3"/>
          <a:stretch>
            <a:fillRect/>
          </a:stretch>
        </p:blipFill>
        <p:spPr>
          <a:xfrm>
            <a:off x="4634706" y="2348111"/>
            <a:ext cx="4602563" cy="2492830"/>
          </a:xfrm>
          <a:prstGeom prst="rect">
            <a:avLst/>
          </a:prstGeom>
        </p:spPr>
      </p:pic>
      <p:pic>
        <p:nvPicPr>
          <p:cNvPr id="5" name="Picture 4">
            <a:extLst>
              <a:ext uri="{FF2B5EF4-FFF2-40B4-BE49-F238E27FC236}">
                <a16:creationId xmlns:a16="http://schemas.microsoft.com/office/drawing/2014/main" id="{8EC6DCD0-FE9A-0C2B-FE04-0930F073A79E}"/>
              </a:ext>
            </a:extLst>
          </p:cNvPr>
          <p:cNvPicPr>
            <a:picLocks noChangeAspect="1"/>
          </p:cNvPicPr>
          <p:nvPr/>
        </p:nvPicPr>
        <p:blipFill>
          <a:blip r:embed="rId4"/>
          <a:stretch>
            <a:fillRect/>
          </a:stretch>
        </p:blipFill>
        <p:spPr>
          <a:xfrm>
            <a:off x="-170330" y="4329748"/>
            <a:ext cx="6714566" cy="2359033"/>
          </a:xfrm>
          <a:prstGeom prst="rect">
            <a:avLst/>
          </a:prstGeom>
        </p:spPr>
      </p:pic>
      <p:sp>
        <p:nvSpPr>
          <p:cNvPr id="7" name="TextBox 6">
            <a:extLst>
              <a:ext uri="{FF2B5EF4-FFF2-40B4-BE49-F238E27FC236}">
                <a16:creationId xmlns:a16="http://schemas.microsoft.com/office/drawing/2014/main" id="{2828E816-2551-5585-EF72-11A7CDE24AF5}"/>
              </a:ext>
            </a:extLst>
          </p:cNvPr>
          <p:cNvSpPr txBox="1"/>
          <p:nvPr/>
        </p:nvSpPr>
        <p:spPr>
          <a:xfrm>
            <a:off x="303213" y="3105834"/>
            <a:ext cx="4706470" cy="646331"/>
          </a:xfrm>
          <a:prstGeom prst="rect">
            <a:avLst/>
          </a:prstGeom>
          <a:noFill/>
        </p:spPr>
        <p:txBody>
          <a:bodyPr wrap="square">
            <a:spAutoFit/>
          </a:bodyPr>
          <a:lstStyle/>
          <a:p>
            <a:r>
              <a:rPr lang="en-US" dirty="0">
                <a:hlinkClick r:id="rId5"/>
              </a:rPr>
              <a:t>https://github.com/Mikachupichu/central-banking-expert-system/tree/TODO2</a:t>
            </a:r>
            <a:endParaRPr lang="en-US" dirty="0"/>
          </a:p>
        </p:txBody>
      </p:sp>
    </p:spTree>
    <p:extLst>
      <p:ext uri="{BB962C8B-B14F-4D97-AF65-F5344CB8AC3E}">
        <p14:creationId xmlns:p14="http://schemas.microsoft.com/office/powerpoint/2010/main" val="3586973174"/>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4CA9-CE45-E262-195E-AB8E00A10438}"/>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50AB2024-B930-6292-267E-030BD2FC1D26}"/>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4100" name="object 7">
            <a:extLst>
              <a:ext uri="{FF2B5EF4-FFF2-40B4-BE49-F238E27FC236}">
                <a16:creationId xmlns:a16="http://schemas.microsoft.com/office/drawing/2014/main" id="{57350CE9-8A83-6208-F2C3-88E936D74B00}"/>
              </a:ext>
            </a:extLst>
          </p:cNvPr>
          <p:cNvSpPr txBox="1">
            <a:spLocks noChangeArrowheads="1"/>
          </p:cNvSpPr>
          <p:nvPr/>
        </p:nvSpPr>
        <p:spPr bwMode="auto">
          <a:xfrm>
            <a:off x="588963" y="238125"/>
            <a:ext cx="80914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dirty="0">
                <a:solidFill>
                  <a:srgbClr val="FFFFFF"/>
                </a:solidFill>
                <a:latin typeface="Tahoma" pitchFamily="34" charset="0"/>
                <a:cs typeface="Tahoma" pitchFamily="34" charset="0"/>
              </a:rPr>
              <a:t>Probabilistic Uncertainty (TODO 2)</a:t>
            </a:r>
            <a:endParaRPr lang="en-US" altLang="en-US" sz="2800" dirty="0">
              <a:solidFill>
                <a:srgbClr val="FFFFFF"/>
              </a:solidFill>
              <a:latin typeface="Tahoma" pitchFamily="34" charset="0"/>
              <a:cs typeface="Tahoma" pitchFamily="34" charset="0"/>
            </a:endParaRPr>
          </a:p>
        </p:txBody>
      </p:sp>
      <p:sp>
        <p:nvSpPr>
          <p:cNvPr id="3" name="TextBox 2">
            <a:extLst>
              <a:ext uri="{FF2B5EF4-FFF2-40B4-BE49-F238E27FC236}">
                <a16:creationId xmlns:a16="http://schemas.microsoft.com/office/drawing/2014/main" id="{9A1AED0B-4FEA-6106-FC75-6E38586319AE}"/>
              </a:ext>
            </a:extLst>
          </p:cNvPr>
          <p:cNvSpPr txBox="1"/>
          <p:nvPr/>
        </p:nvSpPr>
        <p:spPr>
          <a:xfrm>
            <a:off x="303213" y="1050925"/>
            <a:ext cx="8662987" cy="5170646"/>
          </a:xfrm>
          <a:prstGeom prst="rect">
            <a:avLst/>
          </a:prstGeom>
          <a:noFill/>
        </p:spPr>
        <p:txBody>
          <a:bodyPr wrap="square">
            <a:spAutoFit/>
          </a:bodyPr>
          <a:lstStyle/>
          <a:p>
            <a:pPr algn="just" eaLnBrk="1"/>
            <a:r>
              <a:rPr lang="en-US" altLang="en-US" sz="1500" dirty="0">
                <a:solidFill>
                  <a:srgbClr val="1C1C1C"/>
                </a:solidFill>
                <a:latin typeface="Tahoma" pitchFamily="34" charset="0"/>
                <a:cs typeface="Tahoma" pitchFamily="34" charset="0"/>
              </a:rPr>
              <a:t>Certainty Factors were also added to multiple rules. Inflation classification rules (high-inflation, low-inflation, and ideal-inflation) can be used with confidence. ideal-inflation classification is definitely correct (1.0) because it is purely based on the chosen ideal inflation rate. Whether an inflation rate is too far from the perfect value to be considered too low or too high relies slightly on judgement and situational properties. Thus, high-inflation and low-inflation are almost certainly correct (0.8). The same logic applies for unemployment classification rules (high-unemployment, low-unemployment, and ideal-unemployment, with 0.8, 0.8 and 1.0 respectively).</a:t>
            </a:r>
          </a:p>
          <a:p>
            <a:pPr algn="just" eaLnBrk="1"/>
            <a:endParaRPr lang="en-US" altLang="en-US" sz="1500" dirty="0">
              <a:solidFill>
                <a:srgbClr val="1C1C1C"/>
              </a:solidFill>
              <a:latin typeface="Tahoma" pitchFamily="34" charset="0"/>
              <a:cs typeface="Tahoma" pitchFamily="34" charset="0"/>
            </a:endParaRPr>
          </a:p>
          <a:p>
            <a:pPr algn="just" eaLnBrk="1"/>
            <a:r>
              <a:rPr lang="en-US" altLang="en-US" sz="1500" dirty="0">
                <a:solidFill>
                  <a:srgbClr val="1C1C1C"/>
                </a:solidFill>
                <a:latin typeface="Tahoma" pitchFamily="34" charset="0"/>
                <a:cs typeface="Tahoma" pitchFamily="34" charset="0"/>
              </a:rPr>
              <a:t>Output gap rules purely follow a formula (Output Gap = Real GDP Growth Rate – Potential GDP Growth Rate); there is absolutely zero uncertainty about them as long as the inputs are correct. Thus, all output gap rules (positive-output-gap, negative-output-gap, and zero-output-gap) are definitely correct (1.0).</a:t>
            </a:r>
          </a:p>
          <a:p>
            <a:pPr algn="just" eaLnBrk="1"/>
            <a:endParaRPr lang="en-US" altLang="en-US" sz="1500" dirty="0">
              <a:solidFill>
                <a:srgbClr val="1C1C1C"/>
              </a:solidFill>
              <a:latin typeface="Tahoma" pitchFamily="34" charset="0"/>
              <a:cs typeface="Tahoma" pitchFamily="34" charset="0"/>
            </a:endParaRPr>
          </a:p>
          <a:p>
            <a:pPr algn="just" eaLnBrk="1"/>
            <a:r>
              <a:rPr lang="en-US" altLang="en-US" sz="1500" dirty="0">
                <a:solidFill>
                  <a:srgbClr val="1C1C1C"/>
                </a:solidFill>
                <a:latin typeface="Tahoma" pitchFamily="34" charset="0"/>
                <a:cs typeface="Tahoma" pitchFamily="34" charset="0"/>
              </a:rPr>
              <a:t>Future inflation estimation rules (high-future-inflation, low-future-inflation, and ideal-future-inflation) are using heuristics to estimate whether future inflation will be high. Thus, they are probable (0.6) or almost certain (0.8; for whether the future inflation is ideal, for the same reason as for inflation and unemployment classification rules).</a:t>
            </a:r>
          </a:p>
          <a:p>
            <a:pPr algn="just" eaLnBrk="1"/>
            <a:endParaRPr lang="en-US" altLang="en-US" sz="1500" dirty="0">
              <a:solidFill>
                <a:srgbClr val="1C1C1C"/>
              </a:solidFill>
              <a:latin typeface="Tahoma" pitchFamily="34" charset="0"/>
              <a:cs typeface="Tahoma" pitchFamily="34" charset="0"/>
            </a:endParaRPr>
          </a:p>
          <a:p>
            <a:pPr algn="just" eaLnBrk="1"/>
            <a:r>
              <a:rPr lang="en-US" altLang="en-US" sz="1500" dirty="0">
                <a:solidFill>
                  <a:srgbClr val="1C1C1C"/>
                </a:solidFill>
                <a:latin typeface="Tahoma" pitchFamily="34" charset="0"/>
                <a:cs typeface="Tahoma" pitchFamily="34" charset="0"/>
              </a:rPr>
              <a:t>Lastly, decisions to change the interest rates (increase-interest-rate, lower-interest-rate, and maintain-interest-rate) are principally based on definitive logic (that excessively high inflation warrants rate increases for example) but with a small amount of judgment (to decide how to deal with conflicts between current and future inflation). Thus, they are all almost certain (0.8).</a:t>
            </a:r>
          </a:p>
        </p:txBody>
      </p:sp>
    </p:spTree>
    <p:extLst>
      <p:ext uri="{BB962C8B-B14F-4D97-AF65-F5344CB8AC3E}">
        <p14:creationId xmlns:p14="http://schemas.microsoft.com/office/powerpoint/2010/main" val="1176370183"/>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291A7-234E-2989-0ADF-7D4260EB1FFF}"/>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4407C6E3-7862-8308-54DE-E3F08D03D957}"/>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4100" name="object 7">
            <a:extLst>
              <a:ext uri="{FF2B5EF4-FFF2-40B4-BE49-F238E27FC236}">
                <a16:creationId xmlns:a16="http://schemas.microsoft.com/office/drawing/2014/main" id="{19FEF0A6-D8B8-783B-94F2-DB8573960088}"/>
              </a:ext>
            </a:extLst>
          </p:cNvPr>
          <p:cNvSpPr txBox="1">
            <a:spLocks noChangeArrowheads="1"/>
          </p:cNvSpPr>
          <p:nvPr/>
        </p:nvSpPr>
        <p:spPr bwMode="auto">
          <a:xfrm>
            <a:off x="588963" y="238125"/>
            <a:ext cx="80914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dirty="0">
                <a:solidFill>
                  <a:srgbClr val="FFFFFF"/>
                </a:solidFill>
                <a:latin typeface="Tahoma" pitchFamily="34" charset="0"/>
                <a:cs typeface="Tahoma" pitchFamily="34" charset="0"/>
              </a:rPr>
              <a:t>Probabilistic Uncertainty (TODO 2)</a:t>
            </a:r>
            <a:endParaRPr lang="en-US" altLang="en-US" sz="2800" dirty="0">
              <a:solidFill>
                <a:srgbClr val="FFFFFF"/>
              </a:solidFill>
              <a:latin typeface="Tahoma" pitchFamily="34" charset="0"/>
              <a:cs typeface="Tahoma" pitchFamily="34" charset="0"/>
            </a:endParaRPr>
          </a:p>
        </p:txBody>
      </p:sp>
      <p:sp>
        <p:nvSpPr>
          <p:cNvPr id="3" name="TextBox 2">
            <a:extLst>
              <a:ext uri="{FF2B5EF4-FFF2-40B4-BE49-F238E27FC236}">
                <a16:creationId xmlns:a16="http://schemas.microsoft.com/office/drawing/2014/main" id="{2347492B-8C15-D49C-1590-C3B61B64561B}"/>
              </a:ext>
            </a:extLst>
          </p:cNvPr>
          <p:cNvSpPr txBox="1"/>
          <p:nvPr/>
        </p:nvSpPr>
        <p:spPr>
          <a:xfrm>
            <a:off x="303213" y="1050925"/>
            <a:ext cx="8662987" cy="2031325"/>
          </a:xfrm>
          <a:prstGeom prst="rect">
            <a:avLst/>
          </a:prstGeom>
          <a:noFill/>
        </p:spPr>
        <p:txBody>
          <a:bodyPr wrap="square">
            <a:spAutoFit/>
          </a:bodyPr>
          <a:lstStyle/>
          <a:p>
            <a:pPr algn="just" eaLnBrk="1"/>
            <a:r>
              <a:rPr lang="en-US" altLang="en-US" dirty="0">
                <a:solidFill>
                  <a:srgbClr val="1C1C1C"/>
                </a:solidFill>
                <a:latin typeface="Tahoma" pitchFamily="34" charset="0"/>
                <a:cs typeface="Tahoma" pitchFamily="34" charset="0"/>
              </a:rPr>
              <a:t>A new rule was added, which identifies stagflation: a major economic crisis caused by a combination of high inflation, high unemployment, and zero or negative real GDP growth. While central banks tend to be squarely focused on inflation, they do step in as lenders of last resort in cases of catastrophic economic crises. Since this rule simply uses a rule of thumb (it is not a mathematical formula) and the degree to which growth has to be low (negative, or around zero) depends on some degree of judgement. Thus, the rule is probable (0.6).</a:t>
            </a:r>
          </a:p>
        </p:txBody>
      </p:sp>
    </p:spTree>
    <p:extLst>
      <p:ext uri="{BB962C8B-B14F-4D97-AF65-F5344CB8AC3E}">
        <p14:creationId xmlns:p14="http://schemas.microsoft.com/office/powerpoint/2010/main" val="2971936642"/>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8E1D0-A4F8-7B9C-3CFB-85346560FA48}"/>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1CDA658B-1B1A-8FC7-724B-EC088FA992A2}"/>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4100" name="object 7">
            <a:extLst>
              <a:ext uri="{FF2B5EF4-FFF2-40B4-BE49-F238E27FC236}">
                <a16:creationId xmlns:a16="http://schemas.microsoft.com/office/drawing/2014/main" id="{17686FD2-BE8E-4BE6-ED78-6F2C3B20CC5E}"/>
              </a:ext>
            </a:extLst>
          </p:cNvPr>
          <p:cNvSpPr txBox="1">
            <a:spLocks noChangeArrowheads="1"/>
          </p:cNvSpPr>
          <p:nvPr/>
        </p:nvSpPr>
        <p:spPr bwMode="auto">
          <a:xfrm>
            <a:off x="588963" y="238125"/>
            <a:ext cx="80914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dirty="0">
                <a:solidFill>
                  <a:srgbClr val="FFFFFF"/>
                </a:solidFill>
                <a:latin typeface="Tahoma" pitchFamily="34" charset="0"/>
                <a:cs typeface="Tahoma" pitchFamily="34" charset="0"/>
              </a:rPr>
              <a:t>Possibilistic Uncertainty (TODO 3)</a:t>
            </a:r>
            <a:endParaRPr lang="en-US" altLang="en-US" sz="2800" dirty="0">
              <a:solidFill>
                <a:srgbClr val="FFFFFF"/>
              </a:solidFill>
              <a:latin typeface="Tahoma" pitchFamily="34" charset="0"/>
              <a:cs typeface="Tahoma" pitchFamily="34" charset="0"/>
            </a:endParaRPr>
          </a:p>
        </p:txBody>
      </p:sp>
      <p:sp>
        <p:nvSpPr>
          <p:cNvPr id="6" name="TextBox 5">
            <a:extLst>
              <a:ext uri="{FF2B5EF4-FFF2-40B4-BE49-F238E27FC236}">
                <a16:creationId xmlns:a16="http://schemas.microsoft.com/office/drawing/2014/main" id="{90224D56-B61A-9C64-19C0-39283CD67E60}"/>
              </a:ext>
            </a:extLst>
          </p:cNvPr>
          <p:cNvSpPr txBox="1"/>
          <p:nvPr/>
        </p:nvSpPr>
        <p:spPr>
          <a:xfrm>
            <a:off x="303213" y="1050925"/>
            <a:ext cx="8662987" cy="3693319"/>
          </a:xfrm>
          <a:prstGeom prst="rect">
            <a:avLst/>
          </a:prstGeom>
          <a:noFill/>
        </p:spPr>
        <p:txBody>
          <a:bodyPr wrap="square">
            <a:spAutoFit/>
          </a:bodyPr>
          <a:lstStyle/>
          <a:p>
            <a:pPr algn="just" eaLnBrk="1"/>
            <a:r>
              <a:rPr lang="en-US" altLang="en-US" dirty="0">
                <a:solidFill>
                  <a:srgbClr val="1C1C1C"/>
                </a:solidFill>
                <a:latin typeface="Tahoma" pitchFamily="34" charset="0"/>
                <a:cs typeface="Tahoma" pitchFamily="34" charset="0"/>
              </a:rPr>
              <a:t>Indicators were replaced by standalone fuzzy facts (with their own templates), each with a fuzzy membership function. Fuzziness values were also assigned when asserted, in addition to certainty factors. Changes in inflation, real GDP growth rates and unemployment are significant, even minimal ones. Thus, small fuzziness triangles with 0.1, 0.1 and 0.2 half bottom side lengths were respectively assigned. Potential GDP growth rate is more conceptual and thus matters a bit less strictly, and expected inflation is obtained from consumer sentiment, which is a bit of a loose indicator. Both received fuzziness triangles with half bottom side lengths of 0.3. Almost every rule had to be modified or replaced to accommodate the use of fuzzy facts. Some rules were completely deleted: they tried to categorize number values into linguistic ones, which was redundant (fuzzy facts do this automatically). The latter considerably improved interest rate decisions, which are based on multiple input factors that may be contradicting one another.</a:t>
            </a:r>
          </a:p>
        </p:txBody>
      </p:sp>
      <p:sp>
        <p:nvSpPr>
          <p:cNvPr id="9" name="TextBox 8">
            <a:extLst>
              <a:ext uri="{FF2B5EF4-FFF2-40B4-BE49-F238E27FC236}">
                <a16:creationId xmlns:a16="http://schemas.microsoft.com/office/drawing/2014/main" id="{BFF84538-DA5E-DDD9-DC8D-56752AD5B7A3}"/>
              </a:ext>
            </a:extLst>
          </p:cNvPr>
          <p:cNvSpPr txBox="1"/>
          <p:nvPr/>
        </p:nvSpPr>
        <p:spPr>
          <a:xfrm>
            <a:off x="4394200" y="4877594"/>
            <a:ext cx="2463800" cy="1200329"/>
          </a:xfrm>
          <a:prstGeom prst="rect">
            <a:avLst/>
          </a:prstGeom>
          <a:noFill/>
        </p:spPr>
        <p:txBody>
          <a:bodyPr wrap="square">
            <a:spAutoFit/>
          </a:bodyPr>
          <a:lstStyle/>
          <a:p>
            <a:r>
              <a:rPr lang="en-US" dirty="0">
                <a:hlinkClick r:id="rId3"/>
              </a:rPr>
              <a:t>https://github.com/Mikachupichu/central-banking-expert-system/tree/TODO3</a:t>
            </a:r>
            <a:endParaRPr lang="en-US" dirty="0"/>
          </a:p>
        </p:txBody>
      </p:sp>
      <p:pic>
        <p:nvPicPr>
          <p:cNvPr id="2" name="Picture 1">
            <a:extLst>
              <a:ext uri="{FF2B5EF4-FFF2-40B4-BE49-F238E27FC236}">
                <a16:creationId xmlns:a16="http://schemas.microsoft.com/office/drawing/2014/main" id="{3137933F-1BA4-3BB0-B044-AD3E7E135CA0}"/>
              </a:ext>
            </a:extLst>
          </p:cNvPr>
          <p:cNvPicPr>
            <a:picLocks noChangeAspect="1"/>
          </p:cNvPicPr>
          <p:nvPr/>
        </p:nvPicPr>
        <p:blipFill>
          <a:blip r:embed="rId4"/>
          <a:stretch>
            <a:fillRect/>
          </a:stretch>
        </p:blipFill>
        <p:spPr>
          <a:xfrm>
            <a:off x="330200" y="4744244"/>
            <a:ext cx="4064000" cy="2011925"/>
          </a:xfrm>
          <a:prstGeom prst="rect">
            <a:avLst/>
          </a:prstGeom>
        </p:spPr>
      </p:pic>
      <p:pic>
        <p:nvPicPr>
          <p:cNvPr id="3" name="Picture 2">
            <a:extLst>
              <a:ext uri="{FF2B5EF4-FFF2-40B4-BE49-F238E27FC236}">
                <a16:creationId xmlns:a16="http://schemas.microsoft.com/office/drawing/2014/main" id="{A7C17BB0-045C-E9DC-716F-A087662AE693}"/>
              </a:ext>
            </a:extLst>
          </p:cNvPr>
          <p:cNvPicPr>
            <a:picLocks noChangeAspect="1"/>
          </p:cNvPicPr>
          <p:nvPr/>
        </p:nvPicPr>
        <p:blipFill>
          <a:blip r:embed="rId5"/>
          <a:stretch>
            <a:fillRect/>
          </a:stretch>
        </p:blipFill>
        <p:spPr>
          <a:xfrm>
            <a:off x="6858000" y="4314210"/>
            <a:ext cx="2286000" cy="2537184"/>
          </a:xfrm>
          <a:prstGeom prst="rect">
            <a:avLst/>
          </a:prstGeom>
        </p:spPr>
      </p:pic>
    </p:spTree>
    <p:extLst>
      <p:ext uri="{BB962C8B-B14F-4D97-AF65-F5344CB8AC3E}">
        <p14:creationId xmlns:p14="http://schemas.microsoft.com/office/powerpoint/2010/main" val="2463423989"/>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65520-1FF8-1A85-0108-2FAAE8D71776}"/>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FBDC4476-F642-A3A8-2C70-4F673BA0ACA6}"/>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4100" name="object 7">
            <a:extLst>
              <a:ext uri="{FF2B5EF4-FFF2-40B4-BE49-F238E27FC236}">
                <a16:creationId xmlns:a16="http://schemas.microsoft.com/office/drawing/2014/main" id="{52399D72-F2F3-0340-5CCC-EAA73C1E5910}"/>
              </a:ext>
            </a:extLst>
          </p:cNvPr>
          <p:cNvSpPr txBox="1">
            <a:spLocks noChangeArrowheads="1"/>
          </p:cNvSpPr>
          <p:nvPr/>
        </p:nvSpPr>
        <p:spPr bwMode="auto">
          <a:xfrm>
            <a:off x="588963" y="238125"/>
            <a:ext cx="80914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dirty="0">
                <a:solidFill>
                  <a:srgbClr val="FFFFFF"/>
                </a:solidFill>
                <a:latin typeface="Tahoma" pitchFamily="34" charset="0"/>
                <a:cs typeface="Tahoma" pitchFamily="34" charset="0"/>
              </a:rPr>
              <a:t>Quality Attributes (TODO 4)</a:t>
            </a:r>
            <a:endParaRPr lang="en-US" altLang="en-US" sz="2800" dirty="0">
              <a:solidFill>
                <a:srgbClr val="FFFFFF"/>
              </a:solidFill>
              <a:latin typeface="Tahoma" pitchFamily="34" charset="0"/>
              <a:cs typeface="Tahoma" pitchFamily="34" charset="0"/>
            </a:endParaRPr>
          </a:p>
        </p:txBody>
      </p:sp>
      <p:sp>
        <p:nvSpPr>
          <p:cNvPr id="3" name="TextBox 2">
            <a:extLst>
              <a:ext uri="{FF2B5EF4-FFF2-40B4-BE49-F238E27FC236}">
                <a16:creationId xmlns:a16="http://schemas.microsoft.com/office/drawing/2014/main" id="{B1486129-C845-2327-6107-5FB23DD2695A}"/>
              </a:ext>
            </a:extLst>
          </p:cNvPr>
          <p:cNvSpPr txBox="1"/>
          <p:nvPr/>
        </p:nvSpPr>
        <p:spPr>
          <a:xfrm>
            <a:off x="303213" y="917575"/>
            <a:ext cx="8662987" cy="5262979"/>
          </a:xfrm>
          <a:prstGeom prst="rect">
            <a:avLst/>
          </a:prstGeom>
          <a:noFill/>
        </p:spPr>
        <p:txBody>
          <a:bodyPr wrap="square">
            <a:spAutoFit/>
          </a:bodyPr>
          <a:lstStyle/>
          <a:p>
            <a:pPr marL="342900" indent="-342900" algn="just" eaLnBrk="1">
              <a:buAutoNum type="arabicPeriod"/>
            </a:pPr>
            <a:r>
              <a:rPr lang="en-US" altLang="en-US" sz="1600" dirty="0">
                <a:solidFill>
                  <a:srgbClr val="1C1C1C"/>
                </a:solidFill>
                <a:latin typeface="Tahoma" pitchFamily="34" charset="0"/>
                <a:cs typeface="Tahoma" pitchFamily="34" charset="0"/>
              </a:rPr>
              <a:t>Correctness</a:t>
            </a:r>
          </a:p>
          <a:p>
            <a:pPr marL="800100" lvl="1" indent="-342900" algn="just" eaLnBrk="1">
              <a:buFont typeface="Courier New" panose="02070309020205020404" pitchFamily="49" charset="0"/>
              <a:buChar char="o"/>
            </a:pPr>
            <a:r>
              <a:rPr lang="en-US" altLang="en-US" sz="1600" dirty="0">
                <a:solidFill>
                  <a:srgbClr val="1C1C1C"/>
                </a:solidFill>
                <a:latin typeface="Tahoma" pitchFamily="34" charset="0"/>
                <a:cs typeface="Tahoma" pitchFamily="34" charset="0"/>
              </a:rPr>
              <a:t>Rules must accurately represent central banking knowledge. For example, an economics student relying and trusting my expert system must not be taught incorrect information that may negatively impact his grades.</a:t>
            </a:r>
          </a:p>
          <a:p>
            <a:pPr marL="800100" lvl="1" indent="-342900" algn="just" eaLnBrk="1">
              <a:buFont typeface="Courier New" panose="02070309020205020404" pitchFamily="49" charset="0"/>
              <a:buChar char="o"/>
            </a:pPr>
            <a:r>
              <a:rPr lang="en-US" altLang="en-US" sz="1600" dirty="0">
                <a:solidFill>
                  <a:srgbClr val="1C1C1C"/>
                </a:solidFill>
                <a:latin typeface="Tahoma" pitchFamily="34" charset="0"/>
                <a:cs typeface="Tahoma" pitchFamily="34" charset="0"/>
              </a:rPr>
              <a:t>All theory behind all rules is cited and references authoritative and academic sources throughout my code, ensuring correctness. Comments above each rule and at the very bottom of the knowledgebase are used for this purpose. Limitations of the expert system are acknowledged in the D1 documentation slides.</a:t>
            </a:r>
          </a:p>
          <a:p>
            <a:pPr marL="800100" lvl="1" indent="-342900" algn="just" eaLnBrk="1">
              <a:buFont typeface="Courier New" panose="02070309020205020404" pitchFamily="49" charset="0"/>
              <a:buChar char="o"/>
            </a:pPr>
            <a:r>
              <a:rPr lang="en-US" altLang="en-US" sz="1600" dirty="0">
                <a:solidFill>
                  <a:srgbClr val="1C1C1C"/>
                </a:solidFill>
                <a:latin typeface="Tahoma" pitchFamily="34" charset="0"/>
                <a:cs typeface="Tahoma" pitchFamily="34" charset="0"/>
              </a:rPr>
              <a:t>Consequently, knowledge is accurately represented using rules. The impact of these guidelines are highly positive.</a:t>
            </a:r>
          </a:p>
          <a:p>
            <a:pPr marL="342900" indent="-342900" algn="just" eaLnBrk="1">
              <a:buAutoNum type="arabicPeriod"/>
            </a:pPr>
            <a:r>
              <a:rPr lang="en-US" altLang="en-US" sz="1600" dirty="0">
                <a:solidFill>
                  <a:srgbClr val="1C1C1C"/>
                </a:solidFill>
                <a:latin typeface="Tahoma" pitchFamily="34" charset="0"/>
                <a:cs typeface="Tahoma" pitchFamily="34" charset="0"/>
              </a:rPr>
              <a:t>Consistency</a:t>
            </a:r>
          </a:p>
          <a:p>
            <a:pPr marL="800100" lvl="1" indent="-342900" algn="just" eaLnBrk="1">
              <a:buFont typeface="Courier New" panose="02070309020205020404" pitchFamily="49" charset="0"/>
              <a:buChar char="o"/>
            </a:pPr>
            <a:r>
              <a:rPr lang="en-US" altLang="en-US" sz="1600" dirty="0">
                <a:solidFill>
                  <a:srgbClr val="1C1C1C"/>
                </a:solidFill>
                <a:latin typeface="Tahoma" pitchFamily="34" charset="0"/>
                <a:cs typeface="Tahoma" pitchFamily="34" charset="0"/>
              </a:rPr>
              <a:t>Rules must not contradict each other, as that would render the expert system less trustworthy.</a:t>
            </a:r>
          </a:p>
          <a:p>
            <a:pPr marL="800100" lvl="1" indent="-342900" algn="just" eaLnBrk="1">
              <a:buFont typeface="Courier New" panose="02070309020205020404" pitchFamily="49" charset="0"/>
              <a:buChar char="o"/>
            </a:pPr>
            <a:r>
              <a:rPr lang="en-US" altLang="en-US" sz="1600" dirty="0">
                <a:solidFill>
                  <a:srgbClr val="1C1C1C"/>
                </a:solidFill>
                <a:latin typeface="Tahoma" pitchFamily="34" charset="0"/>
                <a:cs typeface="Tahoma" pitchFamily="34" charset="0"/>
              </a:rPr>
              <a:t>There are no repeating terms (concepts) between different contexts. Moreover, any potential contradictions are handled by the use of fuzziness (when fact assertions conflict), salience (in setup rules to ensure all rules are fired and facts are asserted before reaching the conclusion rule, thus preventing it from firing multiple times due to changing information), and stop facts (when the conclusion fires, to avoid repeats).</a:t>
            </a:r>
          </a:p>
          <a:p>
            <a:pPr marL="800100" lvl="1" indent="-342900" algn="just" eaLnBrk="1">
              <a:buFont typeface="Courier New" panose="02070309020205020404" pitchFamily="49" charset="0"/>
              <a:buChar char="o"/>
            </a:pPr>
            <a:r>
              <a:rPr lang="en-US" altLang="en-US" sz="1600" dirty="0">
                <a:solidFill>
                  <a:srgbClr val="1C1C1C"/>
                </a:solidFill>
                <a:latin typeface="Tahoma" pitchFamily="34" charset="0"/>
                <a:cs typeface="Tahoma" pitchFamily="34" charset="0"/>
              </a:rPr>
              <a:t>The effect of such consistency is positive, as users can safely rely on the expert system’s answers.</a:t>
            </a:r>
          </a:p>
        </p:txBody>
      </p:sp>
    </p:spTree>
    <p:extLst>
      <p:ext uri="{BB962C8B-B14F-4D97-AF65-F5344CB8AC3E}">
        <p14:creationId xmlns:p14="http://schemas.microsoft.com/office/powerpoint/2010/main" val="1147643109"/>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AB586-D102-2193-D1D4-331851D40A9C}"/>
            </a:ext>
          </a:extLst>
        </p:cNvPr>
        <p:cNvGrpSpPr/>
        <p:nvPr/>
      </p:nvGrpSpPr>
      <p:grpSpPr>
        <a:xfrm>
          <a:off x="0" y="0"/>
          <a:ext cx="0" cy="0"/>
          <a:chOff x="0" y="0"/>
          <a:chExt cx="0" cy="0"/>
        </a:xfrm>
      </p:grpSpPr>
      <p:sp>
        <p:nvSpPr>
          <p:cNvPr id="4098" name="object 5">
            <a:extLst>
              <a:ext uri="{FF2B5EF4-FFF2-40B4-BE49-F238E27FC236}">
                <a16:creationId xmlns:a16="http://schemas.microsoft.com/office/drawing/2014/main" id="{2D80E69F-08A1-16F0-4A18-95518FA7418F}"/>
              </a:ext>
            </a:extLst>
          </p:cNvPr>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4100" name="object 7">
            <a:extLst>
              <a:ext uri="{FF2B5EF4-FFF2-40B4-BE49-F238E27FC236}">
                <a16:creationId xmlns:a16="http://schemas.microsoft.com/office/drawing/2014/main" id="{EE475F07-7181-E422-EB2E-BF14D374D4D3}"/>
              </a:ext>
            </a:extLst>
          </p:cNvPr>
          <p:cNvSpPr txBox="1">
            <a:spLocks noChangeArrowheads="1"/>
          </p:cNvSpPr>
          <p:nvPr/>
        </p:nvSpPr>
        <p:spPr bwMode="auto">
          <a:xfrm>
            <a:off x="588963" y="238125"/>
            <a:ext cx="80914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dirty="0">
                <a:solidFill>
                  <a:srgbClr val="FFFFFF"/>
                </a:solidFill>
                <a:latin typeface="Tahoma" pitchFamily="34" charset="0"/>
                <a:cs typeface="Tahoma" pitchFamily="34" charset="0"/>
              </a:rPr>
              <a:t>Quality Attributes (TODO 4)</a:t>
            </a:r>
            <a:endParaRPr lang="en-US" altLang="en-US" sz="2800" dirty="0">
              <a:solidFill>
                <a:srgbClr val="FFFFFF"/>
              </a:solidFill>
              <a:latin typeface="Tahoma" pitchFamily="34" charset="0"/>
              <a:cs typeface="Tahoma" pitchFamily="34" charset="0"/>
            </a:endParaRPr>
          </a:p>
        </p:txBody>
      </p:sp>
      <p:sp>
        <p:nvSpPr>
          <p:cNvPr id="3" name="TextBox 2">
            <a:extLst>
              <a:ext uri="{FF2B5EF4-FFF2-40B4-BE49-F238E27FC236}">
                <a16:creationId xmlns:a16="http://schemas.microsoft.com/office/drawing/2014/main" id="{C6E6FDD9-2D49-799E-F950-4228F8EE3C46}"/>
              </a:ext>
            </a:extLst>
          </p:cNvPr>
          <p:cNvSpPr txBox="1"/>
          <p:nvPr/>
        </p:nvSpPr>
        <p:spPr>
          <a:xfrm>
            <a:off x="303213" y="-1960095"/>
            <a:ext cx="8662987" cy="7848302"/>
          </a:xfrm>
          <a:prstGeom prst="rect">
            <a:avLst/>
          </a:prstGeom>
          <a:noFill/>
        </p:spPr>
        <p:txBody>
          <a:bodyPr wrap="square">
            <a:spAutoFit/>
          </a:bodyPr>
          <a:lstStyle/>
          <a:p>
            <a:pPr marL="342900" indent="-342900" algn="just" eaLnBrk="1">
              <a:buFont typeface="+mj-lt"/>
              <a:buAutoNum type="arabicPeriod"/>
            </a:pPr>
            <a:r>
              <a:rPr lang="en-US" altLang="en-US" dirty="0" err="1">
                <a:solidFill>
                  <a:srgbClr val="1C1C1C"/>
                </a:solidFill>
                <a:latin typeface="Tahoma" pitchFamily="34" charset="0"/>
                <a:cs typeface="Tahoma" pitchFamily="34" charset="0"/>
              </a:rPr>
              <a:t>Ç</a:t>
            </a:r>
            <a:endParaRPr lang="en-US" altLang="en-US" dirty="0">
              <a:solidFill>
                <a:srgbClr val="1C1C1C"/>
              </a:solidFill>
              <a:latin typeface="Tahoma" pitchFamily="34" charset="0"/>
              <a:cs typeface="Tahoma" pitchFamily="34" charset="0"/>
            </a:endParaRPr>
          </a:p>
          <a:p>
            <a:pPr marL="342900" indent="-342900" algn="just" eaLnBrk="1">
              <a:buFont typeface="+mj-lt"/>
              <a:buAutoNum type="arabicPeriod"/>
            </a:pPr>
            <a:r>
              <a:rPr lang="en-US" altLang="en-US" dirty="0">
                <a:solidFill>
                  <a:srgbClr val="1C1C1C"/>
                </a:solidFill>
                <a:latin typeface="Tahoma" pitchFamily="34" charset="0"/>
                <a:cs typeface="Tahoma" pitchFamily="34" charset="0"/>
              </a:rPr>
              <a:t>P</a:t>
            </a:r>
          </a:p>
          <a:p>
            <a:pPr marL="342900" indent="-342900" algn="just" eaLnBrk="1">
              <a:buFont typeface="+mj-lt"/>
              <a:buAutoNum type="arabicPeriod"/>
            </a:pPr>
            <a:endParaRPr lang="en-US" altLang="en-US" dirty="0">
              <a:solidFill>
                <a:srgbClr val="1C1C1C"/>
              </a:solidFill>
              <a:latin typeface="Tahoma" pitchFamily="34" charset="0"/>
              <a:cs typeface="Tahoma" pitchFamily="34" charset="0"/>
            </a:endParaRPr>
          </a:p>
          <a:p>
            <a:pPr marL="342900" indent="-342900" algn="just" eaLnBrk="1">
              <a:buFont typeface="+mj-lt"/>
              <a:buAutoNum type="arabicPeriod"/>
            </a:pPr>
            <a:endParaRPr lang="en-US" altLang="en-US" dirty="0">
              <a:solidFill>
                <a:srgbClr val="1C1C1C"/>
              </a:solidFill>
              <a:latin typeface="Tahoma" pitchFamily="34" charset="0"/>
              <a:cs typeface="Tahoma" pitchFamily="34" charset="0"/>
            </a:endParaRPr>
          </a:p>
          <a:p>
            <a:pPr marL="342900" indent="-342900" algn="just" eaLnBrk="1">
              <a:buFont typeface="+mj-lt"/>
              <a:buAutoNum type="arabicPeriod"/>
            </a:pPr>
            <a:endParaRPr lang="en-US" altLang="en-US" dirty="0">
              <a:solidFill>
                <a:srgbClr val="1C1C1C"/>
              </a:solidFill>
              <a:latin typeface="Tahoma" pitchFamily="34" charset="0"/>
              <a:cs typeface="Tahoma" pitchFamily="34" charset="0"/>
            </a:endParaRPr>
          </a:p>
          <a:p>
            <a:pPr marL="342900" indent="-342900" algn="just" eaLnBrk="1">
              <a:buFont typeface="+mj-lt"/>
              <a:buAutoNum type="arabicPeriod"/>
            </a:pPr>
            <a:endParaRPr lang="en-US" altLang="en-US" dirty="0">
              <a:solidFill>
                <a:srgbClr val="1C1C1C"/>
              </a:solidFill>
              <a:latin typeface="Tahoma" pitchFamily="34" charset="0"/>
              <a:cs typeface="Tahoma" pitchFamily="34" charset="0"/>
            </a:endParaRPr>
          </a:p>
          <a:p>
            <a:pPr marL="342900" indent="-342900" algn="just" eaLnBrk="1">
              <a:buFont typeface="+mj-lt"/>
              <a:buAutoNum type="arabicPeriod"/>
            </a:pPr>
            <a:endParaRPr lang="en-US" altLang="en-US" dirty="0">
              <a:solidFill>
                <a:srgbClr val="1C1C1C"/>
              </a:solidFill>
              <a:latin typeface="Tahoma" pitchFamily="34" charset="0"/>
              <a:cs typeface="Tahoma" pitchFamily="34" charset="0"/>
            </a:endParaRPr>
          </a:p>
          <a:p>
            <a:pPr marL="342900" indent="-342900" algn="just" eaLnBrk="1">
              <a:buFont typeface="+mj-lt"/>
              <a:buAutoNum type="arabicPeriod"/>
            </a:pPr>
            <a:endParaRPr lang="en-US" altLang="en-US" dirty="0">
              <a:solidFill>
                <a:srgbClr val="1C1C1C"/>
              </a:solidFill>
              <a:latin typeface="Tahoma" pitchFamily="34" charset="0"/>
              <a:cs typeface="Tahoma" pitchFamily="34" charset="0"/>
            </a:endParaRPr>
          </a:p>
          <a:p>
            <a:pPr marL="342900" indent="-342900" algn="just" eaLnBrk="1">
              <a:buFont typeface="+mj-lt"/>
              <a:buAutoNum type="arabicPeriod"/>
            </a:pPr>
            <a:endParaRPr lang="en-US" altLang="en-US" dirty="0">
              <a:solidFill>
                <a:srgbClr val="1C1C1C"/>
              </a:solidFill>
              <a:latin typeface="Tahoma" pitchFamily="34" charset="0"/>
              <a:cs typeface="Tahoma" pitchFamily="34" charset="0"/>
            </a:endParaRPr>
          </a:p>
          <a:p>
            <a:pPr marL="342900" indent="-342900" algn="just" eaLnBrk="1">
              <a:buFont typeface="+mj-lt"/>
              <a:buAutoNum type="arabicPeriod"/>
            </a:pPr>
            <a:endParaRPr lang="en-US" altLang="en-US" dirty="0">
              <a:solidFill>
                <a:srgbClr val="1C1C1C"/>
              </a:solidFill>
              <a:latin typeface="Tahoma" pitchFamily="34" charset="0"/>
              <a:cs typeface="Tahoma" pitchFamily="34" charset="0"/>
            </a:endParaRPr>
          </a:p>
          <a:p>
            <a:pPr marL="342900" indent="-342900" algn="just" eaLnBrk="1">
              <a:buFont typeface="+mj-lt"/>
              <a:buAutoNum type="arabicPeriod"/>
            </a:pPr>
            <a:endParaRPr lang="en-US" altLang="en-US" dirty="0">
              <a:solidFill>
                <a:srgbClr val="1C1C1C"/>
              </a:solidFill>
              <a:latin typeface="Tahoma" pitchFamily="34" charset="0"/>
              <a:cs typeface="Tahoma" pitchFamily="34" charset="0"/>
            </a:endParaRPr>
          </a:p>
          <a:p>
            <a:pPr marL="342900" indent="-342900" algn="just" eaLnBrk="1">
              <a:buFont typeface="+mj-lt"/>
              <a:buAutoNum type="arabicPeriod"/>
            </a:pPr>
            <a:r>
              <a:rPr lang="en-US" altLang="en-US" dirty="0">
                <a:solidFill>
                  <a:srgbClr val="1C1C1C"/>
                </a:solidFill>
                <a:latin typeface="Tahoma" pitchFamily="34" charset="0"/>
                <a:cs typeface="Tahoma" pitchFamily="34" charset="0"/>
              </a:rPr>
              <a:t>Explainability</a:t>
            </a:r>
          </a:p>
          <a:p>
            <a:pPr marL="800100" lvl="1" indent="-342900" algn="just" eaLnBrk="1">
              <a:buFont typeface="Courier New" panose="02070309020205020404" pitchFamily="49" charset="0"/>
              <a:buChar char="o"/>
            </a:pPr>
            <a:r>
              <a:rPr lang="en-US" altLang="en-US" dirty="0">
                <a:solidFill>
                  <a:srgbClr val="1C1C1C"/>
                </a:solidFill>
                <a:latin typeface="Tahoma" pitchFamily="34" charset="0"/>
                <a:cs typeface="Tahoma" pitchFamily="34" charset="0"/>
              </a:rPr>
              <a:t>Essential for transparency, traceability, justifiability, and credibility.</a:t>
            </a:r>
          </a:p>
          <a:p>
            <a:pPr marL="800100" lvl="1" indent="-342900" algn="just" eaLnBrk="1">
              <a:buFont typeface="Courier New" panose="02070309020205020404" pitchFamily="49" charset="0"/>
              <a:buChar char="o"/>
            </a:pPr>
            <a:r>
              <a:rPr lang="en-US" altLang="en-US" dirty="0">
                <a:solidFill>
                  <a:srgbClr val="1C1C1C"/>
                </a:solidFill>
                <a:latin typeface="Tahoma" pitchFamily="34" charset="0"/>
                <a:cs typeface="Tahoma" pitchFamily="34" charset="0"/>
              </a:rPr>
              <a:t>Readable and descriptive names are used for each fact and rule, allowing for clear understanding of the system’s reasoning during debug. Some explanations are also printed, and many do so through explanation facts.</a:t>
            </a:r>
          </a:p>
          <a:p>
            <a:pPr marL="800100" lvl="1" indent="-342900" algn="just" eaLnBrk="1">
              <a:buFont typeface="Courier New" panose="02070309020205020404" pitchFamily="49" charset="0"/>
              <a:buChar char="o"/>
            </a:pPr>
            <a:r>
              <a:rPr lang="en-US" altLang="en-US" dirty="0">
                <a:solidFill>
                  <a:srgbClr val="1C1C1C"/>
                </a:solidFill>
                <a:latin typeface="Tahoma" pitchFamily="34" charset="0"/>
                <a:cs typeface="Tahoma" pitchFamily="34" charset="0"/>
              </a:rPr>
              <a:t>Explainability is very helpful for users seeking to understand the expert system’s reasoning. Making the system explainable thus has a positive impact.</a:t>
            </a:r>
          </a:p>
          <a:p>
            <a:pPr marL="342900" indent="-342900" algn="just" eaLnBrk="1">
              <a:buFont typeface="+mj-lt"/>
              <a:buAutoNum type="arabicPeriod"/>
            </a:pPr>
            <a:r>
              <a:rPr lang="en-US" altLang="en-US" dirty="0">
                <a:solidFill>
                  <a:srgbClr val="1C1C1C"/>
                </a:solidFill>
                <a:latin typeface="Tahoma" pitchFamily="34" charset="0"/>
                <a:cs typeface="Tahoma" pitchFamily="34" charset="0"/>
              </a:rPr>
              <a:t>Modifiability</a:t>
            </a:r>
          </a:p>
          <a:p>
            <a:pPr marL="800100" lvl="1" indent="-342900" algn="just" eaLnBrk="1">
              <a:buFont typeface="Courier New" panose="02070309020205020404" pitchFamily="49" charset="0"/>
              <a:buChar char="o"/>
            </a:pPr>
            <a:r>
              <a:rPr lang="en-US" altLang="en-US" dirty="0">
                <a:solidFill>
                  <a:srgbClr val="1C1C1C"/>
                </a:solidFill>
                <a:latin typeface="Tahoma" pitchFamily="34" charset="0"/>
                <a:cs typeface="Tahoma" pitchFamily="34" charset="0"/>
              </a:rPr>
              <a:t>Important for long-term maintainability.</a:t>
            </a:r>
          </a:p>
          <a:p>
            <a:pPr marL="800100" lvl="1" indent="-342900" algn="just" eaLnBrk="1">
              <a:buFont typeface="Courier New" panose="02070309020205020404" pitchFamily="49" charset="0"/>
              <a:buChar char="o"/>
            </a:pPr>
            <a:r>
              <a:rPr lang="en-US" altLang="en-US" dirty="0">
                <a:solidFill>
                  <a:srgbClr val="1C1C1C"/>
                </a:solidFill>
                <a:latin typeface="Tahoma" pitchFamily="34" charset="0"/>
                <a:cs typeface="Tahoma" pitchFamily="34" charset="0"/>
              </a:rPr>
              <a:t>Ripple effects when making modifications are prevented: all input fact values can be modified in one place, the </a:t>
            </a:r>
            <a:r>
              <a:rPr lang="en-US" altLang="en-US" dirty="0" err="1">
                <a:solidFill>
                  <a:srgbClr val="1C1C1C"/>
                </a:solidFill>
                <a:latin typeface="Tahoma" pitchFamily="34" charset="0"/>
                <a:cs typeface="Tahoma" pitchFamily="34" charset="0"/>
              </a:rPr>
              <a:t>factbase</a:t>
            </a:r>
            <a:r>
              <a:rPr lang="en-US" altLang="en-US" dirty="0">
                <a:solidFill>
                  <a:srgbClr val="1C1C1C"/>
                </a:solidFill>
                <a:latin typeface="Tahoma" pitchFamily="34" charset="0"/>
                <a:cs typeface="Tahoma" pitchFamily="34" charset="0"/>
              </a:rPr>
              <a:t>. This makes the code quick and easy to modify. Salience is correctly used as a meta-rule to separate the setup, the reasoning, and the conclusion from each other.</a:t>
            </a:r>
          </a:p>
          <a:p>
            <a:pPr marL="800100" lvl="1" indent="-342900" algn="just" eaLnBrk="1">
              <a:buFont typeface="Courier New" panose="02070309020205020404" pitchFamily="49" charset="0"/>
              <a:buChar char="o"/>
            </a:pPr>
            <a:r>
              <a:rPr lang="en-US" altLang="en-US" dirty="0">
                <a:solidFill>
                  <a:srgbClr val="1C1C1C"/>
                </a:solidFill>
                <a:latin typeface="Tahoma" pitchFamily="34" charset="0"/>
                <a:cs typeface="Tahoma" pitchFamily="34" charset="0"/>
              </a:rPr>
              <a:t>Improving modifiability helps support a system’s long-term success, and is thus a positive force of the development process.</a:t>
            </a:r>
          </a:p>
        </p:txBody>
      </p:sp>
    </p:spTree>
    <p:extLst>
      <p:ext uri="{BB962C8B-B14F-4D97-AF65-F5344CB8AC3E}">
        <p14:creationId xmlns:p14="http://schemas.microsoft.com/office/powerpoint/2010/main" val="1815365387"/>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object 5"/>
          <p:cNvSpPr>
            <a:spLocks/>
          </p:cNvSpPr>
          <p:nvPr/>
        </p:nvSpPr>
        <p:spPr bwMode="auto">
          <a:xfrm>
            <a:off x="303213" y="104775"/>
            <a:ext cx="8662987" cy="812800"/>
          </a:xfrm>
          <a:custGeom>
            <a:avLst/>
            <a:gdLst>
              <a:gd name="T0" fmla="*/ 0 w 21600"/>
              <a:gd name="T1" fmla="*/ 0 h 21600"/>
              <a:gd name="T2" fmla="*/ 2147483647 w 21600"/>
              <a:gd name="T3" fmla="*/ 0 h 21600"/>
              <a:gd name="T4" fmla="*/ 2147483647 w 21600"/>
              <a:gd name="T5" fmla="*/ 2147483647 h 21600"/>
              <a:gd name="T6" fmla="*/ 0 w 21600"/>
              <a:gd name="T7" fmla="*/ 2147483647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21600" y="0"/>
                </a:lnTo>
                <a:lnTo>
                  <a:pt x="21600" y="21600"/>
                </a:lnTo>
                <a:lnTo>
                  <a:pt x="0" y="21600"/>
                </a:lnTo>
                <a:lnTo>
                  <a:pt x="0" y="0"/>
                </a:lnTo>
                <a:close/>
              </a:path>
            </a:pathLst>
          </a:cu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 name="TextBox 6"/>
          <p:cNvSpPr txBox="1">
            <a:spLocks noChangeArrowheads="1"/>
          </p:cNvSpPr>
          <p:nvPr/>
        </p:nvSpPr>
        <p:spPr bwMode="auto">
          <a:xfrm>
            <a:off x="303213" y="1336675"/>
            <a:ext cx="8662987" cy="1014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4" tIns="44997" rIns="90004" bIns="44997">
            <a:spAutoFit/>
          </a:bodyPr>
          <a:lstStyle>
            <a:lvl1pPr>
              <a:spcAft>
                <a:spcPts val="1413"/>
              </a:spcAft>
              <a:buChar char="•"/>
              <a:defRPr sz="2400">
                <a:solidFill>
                  <a:srgbClr val="000000"/>
                </a:solidFill>
                <a:latin typeface="Times New Roman" pitchFamily="18" charset="0"/>
                <a:ea typeface="Microsoft YaHei" pitchFamily="34" charset="-122"/>
              </a:defRPr>
            </a:lvl1pPr>
            <a:lvl2pPr marL="742950" indent="-28575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just" eaLnBrk="1">
              <a:spcAft>
                <a:spcPct val="0"/>
              </a:spcAft>
              <a:buFontTx/>
              <a:buNone/>
            </a:pPr>
            <a:r>
              <a:rPr lang="en-US" altLang="en-US" sz="2000" dirty="0">
                <a:solidFill>
                  <a:srgbClr val="1C1C1C"/>
                </a:solidFill>
                <a:latin typeface="Tahoma" pitchFamily="34" charset="0"/>
                <a:cs typeface="Tahoma" pitchFamily="34" charset="0"/>
              </a:rPr>
              <a:t>In conclusion, the central banking expert system was improved significantly by including certainty factors and fuzziness, as well as by supporting various quality attributes.</a:t>
            </a:r>
          </a:p>
        </p:txBody>
      </p:sp>
      <p:sp>
        <p:nvSpPr>
          <p:cNvPr id="5124" name="object 7"/>
          <p:cNvSpPr txBox="1">
            <a:spLocks noChangeArrowheads="1"/>
          </p:cNvSpPr>
          <p:nvPr/>
        </p:nvSpPr>
        <p:spPr bwMode="auto">
          <a:xfrm>
            <a:off x="588963" y="238125"/>
            <a:ext cx="80914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1">
            <a:spAutoFit/>
          </a:bodyPr>
          <a:lstStyle>
            <a:lvl1pPr marL="11113">
              <a:spcAft>
                <a:spcPts val="1413"/>
              </a:spcAft>
              <a:buChar char="•"/>
              <a:defRPr sz="2400">
                <a:solidFill>
                  <a:srgbClr val="000000"/>
                </a:solidFill>
                <a:latin typeface="Times New Roman" pitchFamily="18" charset="0"/>
                <a:ea typeface="Microsoft YaHei" pitchFamily="34" charset="-122"/>
              </a:defRPr>
            </a:lvl1pPr>
            <a:lvl2pPr marL="6858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2pPr>
            <a:lvl3pPr marL="11430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3pPr>
            <a:lvl4pPr marL="16002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4pPr>
            <a:lvl5pPr marL="2057400" indent="-228600">
              <a:spcAft>
                <a:spcPts val="1413"/>
              </a:spcAft>
              <a:buSzPct val="75000"/>
              <a:buFont typeface="StarSymbol"/>
              <a:buChar char="●"/>
              <a:defRPr sz="2400">
                <a:solidFill>
                  <a:srgbClr val="000000"/>
                </a:solidFill>
                <a:latin typeface="Times New Roman" pitchFamily="18" charset="0"/>
                <a:ea typeface="Microsoft YaHei" pitchFamily="34" charset="-122"/>
              </a:defRPr>
            </a:lvl5pPr>
            <a:lvl6pPr marL="25146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6pPr>
            <a:lvl7pPr marL="29718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7pPr>
            <a:lvl8pPr marL="34290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8pPr>
            <a:lvl9pPr marL="3886200" indent="-228600" eaLnBrk="0" fontAlgn="base" hangingPunct="0">
              <a:spcBef>
                <a:spcPct val="0"/>
              </a:spcBef>
              <a:spcAft>
                <a:spcPts val="1413"/>
              </a:spcAft>
              <a:buSzPct val="75000"/>
              <a:buFont typeface="StarSymbol"/>
              <a:buChar char="●"/>
              <a:defRPr sz="2400">
                <a:solidFill>
                  <a:srgbClr val="000000"/>
                </a:solidFill>
                <a:latin typeface="Times New Roman" pitchFamily="18" charset="0"/>
                <a:ea typeface="Microsoft YaHei" pitchFamily="34" charset="-122"/>
              </a:defRPr>
            </a:lvl9pPr>
          </a:lstStyle>
          <a:p>
            <a:pPr algn="ctr" eaLnBrk="1">
              <a:spcAft>
                <a:spcPct val="0"/>
              </a:spcAft>
              <a:buFontTx/>
              <a:buNone/>
            </a:pPr>
            <a:r>
              <a:rPr lang="en-US" altLang="en-US" sz="3600">
                <a:solidFill>
                  <a:srgbClr val="FFFFFF"/>
                </a:solidFill>
                <a:latin typeface="Tahoma" pitchFamily="34" charset="0"/>
                <a:cs typeface="Tahoma" pitchFamily="34" charset="0"/>
              </a:rPr>
              <a:t>Conclusion</a:t>
            </a:r>
            <a:endParaRPr lang="en-US" altLang="en-US" sz="2800">
              <a:solidFill>
                <a:srgbClr val="FFFFFF"/>
              </a:solidFill>
              <a:latin typeface="Tahoma" pitchFamily="34" charset="0"/>
              <a:cs typeface="Tahoma" pitchFamily="34" charset="0"/>
            </a:endParaRPr>
          </a:p>
        </p:txBody>
      </p:sp>
      <p:sp>
        <p:nvSpPr>
          <p:cNvPr id="3" name="TextBox 2">
            <a:extLst>
              <a:ext uri="{FF2B5EF4-FFF2-40B4-BE49-F238E27FC236}">
                <a16:creationId xmlns:a16="http://schemas.microsoft.com/office/drawing/2014/main" id="{74D0059A-0651-3F4B-A851-83483B38DF91}"/>
              </a:ext>
            </a:extLst>
          </p:cNvPr>
          <p:cNvSpPr txBox="1"/>
          <p:nvPr/>
        </p:nvSpPr>
        <p:spPr>
          <a:xfrm>
            <a:off x="2286000" y="3110317"/>
            <a:ext cx="4572000" cy="646331"/>
          </a:xfrm>
          <a:prstGeom prst="rect">
            <a:avLst/>
          </a:prstGeom>
          <a:noFill/>
        </p:spPr>
        <p:txBody>
          <a:bodyPr wrap="square">
            <a:spAutoFit/>
          </a:bodyPr>
          <a:lstStyle/>
          <a:p>
            <a:r>
              <a:rPr lang="en-US" dirty="0">
                <a:hlinkClick r:id="rId3"/>
              </a:rPr>
              <a:t>https://github.com/Mikachupichu/central-banking-expert-system/tree/main</a:t>
            </a:r>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theme/theme1.xml><?xml version="1.0" encoding="utf-8"?>
<a:theme xmlns:a="http://schemas.openxmlformats.org/drawingml/2006/main" name="Default">
  <a:themeElements>
    <a:clrScheme name="Default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Default">
      <a:majorFont>
        <a:latin typeface="Calibri"/>
        <a:ea typeface="Microsoft YaHei"/>
        <a:cs typeface=""/>
      </a:majorFont>
      <a:minorFont>
        <a:latin typeface="Calibr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en-US" altLang="en-US" sz="1800" b="0" i="0" u="none" strike="noStrike" cap="none" normalizeH="0" baseline="0" smtClean="0">
            <a:ln>
              <a:noFill/>
            </a:ln>
            <a:solidFill>
              <a:schemeClr val="tx1"/>
            </a:solidFill>
            <a:effectLst/>
            <a:latin typeface="Calibri" pitchFamily="34" charset="0"/>
            <a:ea typeface="Microsoft YaHei"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en-US" altLang="en-US" sz="1800" b="0" i="0" u="none" strike="noStrike" cap="none" normalizeH="0" baseline="0" smtClean="0">
            <a:ln>
              <a:noFill/>
            </a:ln>
            <a:solidFill>
              <a:schemeClr val="tx1"/>
            </a:solidFill>
            <a:effectLst/>
            <a:latin typeface="Calibri" pitchFamily="34" charset="0"/>
            <a:ea typeface="Microsoft YaHei" pitchFamily="34" charset="-122"/>
          </a:defRPr>
        </a:defPPr>
      </a:lstStyle>
    </a:lnDef>
  </a:objectDefaults>
  <a:extraClrSchemeLst>
    <a:extraClrScheme>
      <a:clrScheme name="Default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1">
  <a:themeElements>
    <a:clrScheme name="Default 1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Default 1">
      <a:majorFont>
        <a:latin typeface="Tahoma"/>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en-US" altLang="en-US" sz="1800" b="0" i="0" u="none" strike="noStrike" cap="none" normalizeH="0" baseline="0" smtClean="0">
            <a:ln>
              <a:noFill/>
            </a:ln>
            <a:solidFill>
              <a:schemeClr val="tx1"/>
            </a:solidFill>
            <a:effectLst/>
            <a:latin typeface="Calibri" pitchFamily="34" charset="0"/>
            <a:ea typeface="Microsoft YaHei"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en-US" altLang="en-US" sz="1800" b="0" i="0" u="none" strike="noStrike" cap="none" normalizeH="0" baseline="0" smtClean="0">
            <a:ln>
              <a:noFill/>
            </a:ln>
            <a:solidFill>
              <a:schemeClr val="tx1"/>
            </a:solidFill>
            <a:effectLst/>
            <a:latin typeface="Calibri" pitchFamily="34" charset="0"/>
            <a:ea typeface="Microsoft YaHei" pitchFamily="34" charset="-122"/>
          </a:defRPr>
        </a:defPPr>
      </a:lstStyle>
    </a:lnDef>
  </a:objectDefaults>
  <a:extraClrSchemeLst>
    <a:extraClrScheme>
      <a:clrScheme name="Default 1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7885</TotalTime>
  <Pages>0</Pages>
  <Words>1254</Words>
  <Characters>0</Characters>
  <Application>Microsoft Macintosh PowerPoint</Application>
  <DocSecurity>0</DocSecurity>
  <PresentationFormat>On-screen Show (4:3)</PresentationFormat>
  <Lines>0</Lines>
  <Paragraphs>59</Paragraphs>
  <Slides>10</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Arial</vt:lpstr>
      <vt:lpstr>Calibri</vt:lpstr>
      <vt:lpstr>Courier New</vt:lpstr>
      <vt:lpstr>StarSymbol</vt:lpstr>
      <vt:lpstr>Tahoma</vt:lpstr>
      <vt:lpstr>Times New Roman</vt:lpstr>
      <vt:lpstr>Default</vt:lpstr>
      <vt:lpstr>Default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Pankaj Kamthan</dc:creator>
  <cp:lastModifiedBy>Michaël Pouget</cp:lastModifiedBy>
  <cp:revision>56</cp:revision>
  <dcterms:created xsi:type="dcterms:W3CDTF">2016-04-06T04:18:14Z</dcterms:created>
  <dcterms:modified xsi:type="dcterms:W3CDTF">2026-04-09T19:16:39Z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1033-9.1.0.4550</vt:lpwstr>
  </property>
</Properties>
</file>
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Lst>
  <p:notesMasterIdLst>
    <p:notesMasterId r:id="rId10"/>
  </p:notesMasterIdLst>
  <p:sldIdLst>
    <p:sldId id="273" r:id="rId3"/>
    <p:sldId id="285" r:id="rId4"/>
    <p:sldId id="288" r:id="rId5"/>
    <p:sldId id="290" r:id="rId6"/>
    <p:sldId id="289" r:id="rId7"/>
    <p:sldId id="291" r:id="rId8"/>
    <p:sldId id="286" r:id="rId9"/>
  </p:sldIdLst>
  <p:sldSz cx="9144000" cy="6858000" type="screen4x3"/>
  <p:notesSz cx="7772400" cy="10058400"/>
  <p:defaultTextStyle>
    <a:defPPr>
      <a:defRPr lang="en-US"/>
    </a:defPPr>
    <a:lvl1pPr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1pPr>
    <a:lvl2pPr marL="4572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2pPr>
    <a:lvl3pPr marL="9144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3pPr>
    <a:lvl4pPr marL="13716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4pPr>
    <a:lvl5pPr marL="18288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5pPr>
    <a:lvl6pPr marL="2286000" algn="l" defTabSz="914400" rtl="0" eaLnBrk="1" latinLnBrk="0" hangingPunct="1">
      <a:defRPr kern="1200">
        <a:solidFill>
          <a:schemeClr val="tx1"/>
        </a:solidFill>
        <a:latin typeface="Calibri" pitchFamily="34" charset="0"/>
        <a:ea typeface="Microsoft YaHei" pitchFamily="34" charset="-122"/>
        <a:cs typeface="+mn-cs"/>
      </a:defRPr>
    </a:lvl6pPr>
    <a:lvl7pPr marL="2743200" algn="l" defTabSz="914400" rtl="0" eaLnBrk="1" latinLnBrk="0" hangingPunct="1">
      <a:defRPr kern="1200">
        <a:solidFill>
          <a:schemeClr val="tx1"/>
        </a:solidFill>
        <a:latin typeface="Calibri" pitchFamily="34" charset="0"/>
        <a:ea typeface="Microsoft YaHei" pitchFamily="34" charset="-122"/>
        <a:cs typeface="+mn-cs"/>
      </a:defRPr>
    </a:lvl7pPr>
    <a:lvl8pPr marL="3200400" algn="l" defTabSz="914400" rtl="0" eaLnBrk="1" latinLnBrk="0" hangingPunct="1">
      <a:defRPr kern="1200">
        <a:solidFill>
          <a:schemeClr val="tx1"/>
        </a:solidFill>
        <a:latin typeface="Calibri" pitchFamily="34" charset="0"/>
        <a:ea typeface="Microsoft YaHei" pitchFamily="34" charset="-122"/>
        <a:cs typeface="+mn-cs"/>
      </a:defRPr>
    </a:lvl8pPr>
    <a:lvl9pPr marL="3657600" algn="l" defTabSz="914400" rtl="0" eaLnBrk="1" latinLnBrk="0" hangingPunct="1">
      <a:defRPr kern="1200">
        <a:solidFill>
          <a:schemeClr val="tx1"/>
        </a:solidFill>
        <a:latin typeface="Calibri" pitchFamily="34" charset="0"/>
        <a:ea typeface="Microsoft YaHei" pitchFamily="34" charset="-122"/>
        <a:cs typeface="+mn-cs"/>
      </a:defRPr>
    </a:lvl9pPr>
  </p:defaultTextStyle>
  <p:extLst>
    <p:ext uri="{EFAFB233-063F-42B5-8137-9DF3F51BA10A}">
      <p15:sldGuideLst xmlns:p15="http://schemas.microsoft.com/office/powerpoint/2012/main">
        <p15:guide id="1" orient="horz" pos="2137"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4" autoAdjust="0"/>
    <p:restoredTop sz="91346"/>
  </p:normalViewPr>
  <p:slideViewPr>
    <p:cSldViewPr snapToGrid="0">
      <p:cViewPr>
        <p:scale>
          <a:sx n="76" d="100"/>
          <a:sy n="76" d="100"/>
        </p:scale>
        <p:origin x="168" y="184"/>
      </p:cViewPr>
      <p:guideLst>
        <p:guide orient="horz" pos="2137"/>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6146" name="Slide Image Placeholder 1"/>
          <p:cNvSpPr>
            <a:spLocks noGrp="1" noRot="1" noChangeAspect="1" noChangeArrowheads="1"/>
          </p:cNvSpPr>
          <p:nvPr>
            <p:ph type="sldImg" idx="2"/>
          </p:nvPr>
        </p:nvSpPr>
        <p:spPr bwMode="auto">
          <a:xfrm>
            <a:off x="1371600" y="763588"/>
            <a:ext cx="5029200"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4099" name="Notes Placeholder 2"/>
          <p:cNvSpPr txBox="1">
            <a:spLocks noGrp="1" noChangeArrowheads="1"/>
          </p:cNvSpPr>
          <p:nvPr>
            <p:ph type="body" sz="quarter" idx="3"/>
          </p:nvPr>
        </p:nvSpPr>
        <p:spPr bwMode="auto">
          <a:xfrm>
            <a:off x="777875" y="4776788"/>
            <a:ext cx="621665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en-US" altLang="en-US" noProof="0"/>
          </a:p>
        </p:txBody>
      </p:sp>
      <p:sp>
        <p:nvSpPr>
          <p:cNvPr id="4100" name="Header Placeholder 3"/>
          <p:cNvSpPr txBox="1">
            <a:spLocks noGrp="1" noChangeArrowheads="1"/>
          </p:cNvSpPr>
          <p:nvPr>
            <p:ph type="hdr" sz="quarter"/>
          </p:nvPr>
        </p:nvSpPr>
        <p:spPr bwMode="auto">
          <a:xfrm>
            <a:off x="0" y="0"/>
            <a:ext cx="33734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1" name="Date Placeholder 4"/>
          <p:cNvSpPr txBox="1">
            <a:spLocks noGrp="1" noChangeArrowheads="1"/>
          </p:cNvSpPr>
          <p:nvPr>
            <p:ph type="dt" idx="1"/>
          </p:nvPr>
        </p:nvSpPr>
        <p:spPr bwMode="auto">
          <a:xfrm>
            <a:off x="4398963" y="0"/>
            <a:ext cx="3371850"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2" name="Footer Placeholder 5"/>
          <p:cNvSpPr txBox="1">
            <a:spLocks noGrp="1" noChangeArrowheads="1"/>
          </p:cNvSpPr>
          <p:nvPr>
            <p:ph type="ftr" sz="quarter" idx="4"/>
          </p:nvPr>
        </p:nvSpPr>
        <p:spPr bwMode="auto">
          <a:xfrm>
            <a:off x="0" y="9555163"/>
            <a:ext cx="3373438"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3" name="Slide Number Placeholder 6"/>
          <p:cNvSpPr txBox="1">
            <a:spLocks noGrp="1" noChangeArrowheads="1"/>
          </p:cNvSpPr>
          <p:nvPr>
            <p:ph type="sldNum" sz="quarter" idx="5"/>
          </p:nvPr>
        </p:nvSpPr>
        <p:spPr bwMode="auto">
          <a:xfrm>
            <a:off x="4398963" y="9555163"/>
            <a:ext cx="337185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fld id="{AD94AA6B-3ABA-47DA-87CE-33CD82AE77AC}" type="slidenum">
              <a:rPr lang="en-US" altLang="en-US"/>
              <a:pPr>
                <a:defRPr/>
              </a:pPr>
              <a:t>‹#›</a:t>
            </a:fld>
            <a:endParaRPr lang="en-US" altLang="en-US"/>
          </a:p>
        </p:txBody>
      </p:sp>
    </p:spTree>
    <p:extLst>
      <p:ext uri="{BB962C8B-B14F-4D97-AF65-F5344CB8AC3E}">
        <p14:creationId xmlns:p14="http://schemas.microsoft.com/office/powerpoint/2010/main" val="1575682056"/>
      </p:ext>
    </p:extLst>
  </p:cSld>
  <p:clrMap bg1="lt1" tx1="dk1" bg2="lt2" tx2="dk2" accent1="accent1" accent2="accent2" accent3="accent3" accent4="accent4" accent5="accent5" accent6="accent6" hlink="hlink" folHlink="folHlink"/>
  <p:notesStyle>
    <a:lvl1pPr marL="215900" indent="-215900" algn="l" rtl="0" eaLnBrk="0" fontAlgn="base" hangingPunct="0">
      <a:spcBef>
        <a:spcPct val="0"/>
      </a:spcBef>
      <a:spcAft>
        <a:spcPct val="0"/>
      </a:spcAft>
      <a:defRPr sz="2000" kern="1200">
        <a:solidFill>
          <a:srgbClr val="000000"/>
        </a:solidFill>
        <a:latin typeface="Arial" pitchFamily="34" charset="0"/>
        <a:ea typeface="Microsoft YaHei" pitchFamily="34" charset="-122"/>
        <a:cs typeface="+mn-cs"/>
      </a:defRPr>
    </a:lvl1pPr>
    <a:lvl2pPr marL="742950" indent="-28575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2pPr>
    <a:lvl3pPr marL="11430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3pPr>
    <a:lvl4pPr marL="16002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4pPr>
    <a:lvl5pPr marL="20574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0BA4D175-F3B0-4107-B202-FEF209F2F612}"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04962C77-0561-41E1-87A1-A3DA5E671ABD}" type="slidenum">
              <a:rPr lang="en-US" altLang="en-US"/>
              <a:pPr>
                <a:defRPr/>
              </a:pPr>
              <a:t>‹#›</a:t>
            </a:fld>
            <a:endParaRPr lang="en-US" altLang="en-US"/>
          </a:p>
        </p:txBody>
      </p:sp>
    </p:spTree>
    <p:extLst>
      <p:ext uri="{BB962C8B-B14F-4D97-AF65-F5344CB8AC3E}">
        <p14:creationId xmlns:p14="http://schemas.microsoft.com/office/powerpoint/2010/main" val="737404703"/>
      </p:ext>
    </p:extLst>
  </p:cSld>
  <p:clrMapOvr>
    <a:masterClrMapping/>
  </p:clrMapOvr>
  <p:transition spd="slow"/>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2F75ECD-EA29-4C60-BB97-7FA329FBBD53}"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7578CDEA-84A3-41CC-95F3-8F27A923EB84}" type="slidenum">
              <a:rPr lang="en-US" altLang="en-US"/>
              <a:pPr>
                <a:defRPr/>
              </a:pPr>
              <a:t>‹#›</a:t>
            </a:fld>
            <a:endParaRPr lang="en-US" altLang="en-US"/>
          </a:p>
        </p:txBody>
      </p:sp>
    </p:spTree>
    <p:extLst>
      <p:ext uri="{BB962C8B-B14F-4D97-AF65-F5344CB8AC3E}">
        <p14:creationId xmlns:p14="http://schemas.microsoft.com/office/powerpoint/2010/main" val="1668740935"/>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649DB78C-F225-4086-9256-525EC88C048A}"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18186F7A-B7B7-48D1-AE5C-33E4D2379D25}" type="slidenum">
              <a:rPr lang="en-US" altLang="en-US"/>
              <a:pPr>
                <a:defRPr/>
              </a:pPr>
              <a:t>‹#›</a:t>
            </a:fld>
            <a:endParaRPr lang="en-US" altLang="en-US"/>
          </a:p>
        </p:txBody>
      </p:sp>
    </p:spTree>
    <p:extLst>
      <p:ext uri="{BB962C8B-B14F-4D97-AF65-F5344CB8AC3E}">
        <p14:creationId xmlns:p14="http://schemas.microsoft.com/office/powerpoint/2010/main" val="3661785669"/>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FF8D7825-0402-4C3C-90A2-2BB53533249F}"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B2CD6241-6338-4698-A8F9-C13F3A9651F6}" type="slidenum">
              <a:rPr lang="en-US" altLang="en-US"/>
              <a:pPr>
                <a:defRPr/>
              </a:pPr>
              <a:t>‹#›</a:t>
            </a:fld>
            <a:endParaRPr lang="en-US" altLang="en-US"/>
          </a:p>
        </p:txBody>
      </p:sp>
    </p:spTree>
    <p:extLst>
      <p:ext uri="{BB962C8B-B14F-4D97-AF65-F5344CB8AC3E}">
        <p14:creationId xmlns:p14="http://schemas.microsoft.com/office/powerpoint/2010/main" val="3407238142"/>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3"/>
          <p:cNvSpPr txBox="1">
            <a:spLocks noGrp="1" noChangeArrowheads="1"/>
          </p:cNvSpPr>
          <p:nvPr>
            <p:ph type="dt" sz="half" idx="11"/>
          </p:nvPr>
        </p:nvSpPr>
        <p:spPr>
          <a:ln/>
        </p:spPr>
        <p:txBody>
          <a:bodyPr/>
          <a:lstStyle>
            <a:lvl1pPr>
              <a:defRPr/>
            </a:lvl1pPr>
          </a:lstStyle>
          <a:p>
            <a:pPr>
              <a:defRPr/>
            </a:pPr>
            <a:fld id="{7685770A-9C07-4AC8-B19B-4480ABB8E987}" type="datetime1">
              <a:rPr lang="en-US" altLang="en-US"/>
              <a:pPr>
                <a:defRPr/>
              </a:pPr>
              <a:t>3/30/26</a:t>
            </a:fld>
            <a:endParaRPr lang="en-US" altLang="en-US"/>
          </a:p>
        </p:txBody>
      </p:sp>
      <p:sp>
        <p:nvSpPr>
          <p:cNvPr id="9" name="Holder 4"/>
          <p:cNvSpPr txBox="1">
            <a:spLocks noGrp="1" noChangeArrowheads="1"/>
          </p:cNvSpPr>
          <p:nvPr>
            <p:ph type="sldNum" sz="quarter" idx="12"/>
          </p:nvPr>
        </p:nvSpPr>
        <p:spPr>
          <a:ln/>
        </p:spPr>
        <p:txBody>
          <a:bodyPr/>
          <a:lstStyle>
            <a:lvl1pPr>
              <a:defRPr/>
            </a:lvl1pPr>
          </a:lstStyle>
          <a:p>
            <a:pPr>
              <a:defRPr/>
            </a:pPr>
            <a:fld id="{7DA64B63-D14A-4D68-A7DD-4D0A146D292B}" type="slidenum">
              <a:rPr lang="en-US" altLang="en-US"/>
              <a:pPr>
                <a:defRPr/>
              </a:pPr>
              <a:t>‹#›</a:t>
            </a:fld>
            <a:endParaRPr lang="en-US" altLang="en-US"/>
          </a:p>
        </p:txBody>
      </p:sp>
    </p:spTree>
    <p:extLst>
      <p:ext uri="{BB962C8B-B14F-4D97-AF65-F5344CB8AC3E}">
        <p14:creationId xmlns:p14="http://schemas.microsoft.com/office/powerpoint/2010/main" val="2052831176"/>
      </p:ext>
    </p:extLst>
  </p:cSld>
  <p:clrMapOvr>
    <a:masterClrMapping/>
  </p:clrMapOvr>
  <p:transition spd="slow"/>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3"/>
          <p:cNvSpPr txBox="1">
            <a:spLocks noGrp="1" noChangeArrowheads="1"/>
          </p:cNvSpPr>
          <p:nvPr>
            <p:ph type="dt" sz="half" idx="11"/>
          </p:nvPr>
        </p:nvSpPr>
        <p:spPr>
          <a:ln/>
        </p:spPr>
        <p:txBody>
          <a:bodyPr/>
          <a:lstStyle>
            <a:lvl1pPr>
              <a:defRPr/>
            </a:lvl1pPr>
          </a:lstStyle>
          <a:p>
            <a:pPr>
              <a:defRPr/>
            </a:pPr>
            <a:fld id="{79AB8A4E-9462-4B59-A32B-FF14B49364BC}" type="datetime1">
              <a:rPr lang="en-US" altLang="en-US"/>
              <a:pPr>
                <a:defRPr/>
              </a:pPr>
              <a:t>3/30/26</a:t>
            </a:fld>
            <a:endParaRPr lang="en-US" altLang="en-US"/>
          </a:p>
        </p:txBody>
      </p:sp>
      <p:sp>
        <p:nvSpPr>
          <p:cNvPr id="5" name="Holder 4"/>
          <p:cNvSpPr txBox="1">
            <a:spLocks noGrp="1" noChangeArrowheads="1"/>
          </p:cNvSpPr>
          <p:nvPr>
            <p:ph type="sldNum" sz="quarter" idx="12"/>
          </p:nvPr>
        </p:nvSpPr>
        <p:spPr>
          <a:ln/>
        </p:spPr>
        <p:txBody>
          <a:bodyPr/>
          <a:lstStyle>
            <a:lvl1pPr>
              <a:defRPr/>
            </a:lvl1pPr>
          </a:lstStyle>
          <a:p>
            <a:pPr>
              <a:defRPr/>
            </a:pPr>
            <a:fld id="{C37AC1E6-CB94-4E3D-964E-00669913DE8F}" type="slidenum">
              <a:rPr lang="en-US" altLang="en-US"/>
              <a:pPr>
                <a:defRPr/>
              </a:pPr>
              <a:t>‹#›</a:t>
            </a:fld>
            <a:endParaRPr lang="en-US" altLang="en-US"/>
          </a:p>
        </p:txBody>
      </p:sp>
    </p:spTree>
    <p:extLst>
      <p:ext uri="{BB962C8B-B14F-4D97-AF65-F5344CB8AC3E}">
        <p14:creationId xmlns:p14="http://schemas.microsoft.com/office/powerpoint/2010/main" val="3152817732"/>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3"/>
          <p:cNvSpPr txBox="1">
            <a:spLocks noGrp="1" noChangeArrowheads="1"/>
          </p:cNvSpPr>
          <p:nvPr>
            <p:ph type="dt" sz="half" idx="11"/>
          </p:nvPr>
        </p:nvSpPr>
        <p:spPr>
          <a:ln/>
        </p:spPr>
        <p:txBody>
          <a:bodyPr/>
          <a:lstStyle>
            <a:lvl1pPr>
              <a:defRPr/>
            </a:lvl1pPr>
          </a:lstStyle>
          <a:p>
            <a:pPr>
              <a:defRPr/>
            </a:pPr>
            <a:fld id="{A33C9B00-0154-4BE1-B64F-3C4F67AB34DB}" type="datetime1">
              <a:rPr lang="en-US" altLang="en-US"/>
              <a:pPr>
                <a:defRPr/>
              </a:pPr>
              <a:t>3/30/26</a:t>
            </a:fld>
            <a:endParaRPr lang="en-US" altLang="en-US"/>
          </a:p>
        </p:txBody>
      </p:sp>
      <p:sp>
        <p:nvSpPr>
          <p:cNvPr id="4" name="Holder 4"/>
          <p:cNvSpPr txBox="1">
            <a:spLocks noGrp="1" noChangeArrowheads="1"/>
          </p:cNvSpPr>
          <p:nvPr>
            <p:ph type="sldNum" sz="quarter" idx="12"/>
          </p:nvPr>
        </p:nvSpPr>
        <p:spPr>
          <a:ln/>
        </p:spPr>
        <p:txBody>
          <a:bodyPr/>
          <a:lstStyle>
            <a:lvl1pPr>
              <a:defRPr/>
            </a:lvl1pPr>
          </a:lstStyle>
          <a:p>
            <a:pPr>
              <a:defRPr/>
            </a:pPr>
            <a:fld id="{DF3F9EFC-EF07-4857-ADCD-1D78F0F8F413}" type="slidenum">
              <a:rPr lang="en-US" altLang="en-US"/>
              <a:pPr>
                <a:defRPr/>
              </a:pPr>
              <a:t>‹#›</a:t>
            </a:fld>
            <a:endParaRPr lang="en-US" altLang="en-US"/>
          </a:p>
        </p:txBody>
      </p:sp>
    </p:spTree>
    <p:extLst>
      <p:ext uri="{BB962C8B-B14F-4D97-AF65-F5344CB8AC3E}">
        <p14:creationId xmlns:p14="http://schemas.microsoft.com/office/powerpoint/2010/main" val="2865855401"/>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357BB4C9-B0F8-4E30-840A-89C90BB046F8}"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D5D80128-B7C4-48EC-B4E6-B5EBDC450577}" type="slidenum">
              <a:rPr lang="en-US" altLang="en-US"/>
              <a:pPr>
                <a:defRPr/>
              </a:pPr>
              <a:t>‹#›</a:t>
            </a:fld>
            <a:endParaRPr lang="en-US" altLang="en-US"/>
          </a:p>
        </p:txBody>
      </p:sp>
    </p:spTree>
    <p:extLst>
      <p:ext uri="{BB962C8B-B14F-4D97-AF65-F5344CB8AC3E}">
        <p14:creationId xmlns:p14="http://schemas.microsoft.com/office/powerpoint/2010/main" val="2145485665"/>
      </p:ext>
    </p:extLst>
  </p:cSld>
  <p:clrMapOvr>
    <a:masterClrMapping/>
  </p:clrMapOvr>
  <p:transition spd="slow"/>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D1AFD35C-62BE-4183-AF61-A3E5D9A53C1A}"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519DD2C5-0B5F-4EE1-BC4B-6CF40DAEFE7B}" type="slidenum">
              <a:rPr lang="en-US" altLang="en-US"/>
              <a:pPr>
                <a:defRPr/>
              </a:pPr>
              <a:t>‹#›</a:t>
            </a:fld>
            <a:endParaRPr lang="en-US" altLang="en-US"/>
          </a:p>
        </p:txBody>
      </p:sp>
    </p:spTree>
    <p:extLst>
      <p:ext uri="{BB962C8B-B14F-4D97-AF65-F5344CB8AC3E}">
        <p14:creationId xmlns:p14="http://schemas.microsoft.com/office/powerpoint/2010/main" val="4145480241"/>
      </p:ext>
    </p:extLst>
  </p:cSld>
  <p:clrMapOvr>
    <a:masterClrMapping/>
  </p:clrMapOvr>
  <p:transition spd="slow"/>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B4256B1-25D9-4EC8-AE9C-BDD969ABD0C8}"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ABF1961A-6167-49C5-8FD5-AAE8E08CCAEC}" type="slidenum">
              <a:rPr lang="en-US" altLang="en-US"/>
              <a:pPr>
                <a:defRPr/>
              </a:pPr>
              <a:t>‹#›</a:t>
            </a:fld>
            <a:endParaRPr lang="en-US" altLang="en-US"/>
          </a:p>
        </p:txBody>
      </p:sp>
    </p:spTree>
    <p:extLst>
      <p:ext uri="{BB962C8B-B14F-4D97-AF65-F5344CB8AC3E}">
        <p14:creationId xmlns:p14="http://schemas.microsoft.com/office/powerpoint/2010/main" val="2690201874"/>
      </p:ext>
    </p:extLst>
  </p:cSld>
  <p:clrMapOvr>
    <a:masterClrMapping/>
  </p:clrMapOvr>
  <p:transition spd="slow"/>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3050"/>
            <a:ext cx="2057400" cy="58578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3050"/>
            <a:ext cx="6019800" cy="5857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1ACEB17A-E4F0-4369-8985-4923262F2095}"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F2B3FED0-3EBB-4A75-AC21-4B812E9FBE98}" type="slidenum">
              <a:rPr lang="en-US" altLang="en-US"/>
              <a:pPr>
                <a:defRPr/>
              </a:pPr>
              <a:t>‹#›</a:t>
            </a:fld>
            <a:endParaRPr lang="en-US" altLang="en-US"/>
          </a:p>
        </p:txBody>
      </p:sp>
    </p:spTree>
    <p:extLst>
      <p:ext uri="{BB962C8B-B14F-4D97-AF65-F5344CB8AC3E}">
        <p14:creationId xmlns:p14="http://schemas.microsoft.com/office/powerpoint/2010/main" val="282341752"/>
      </p:ext>
    </p:extLst>
  </p:cSld>
  <p:clrMapOvr>
    <a:masterClrMapping/>
  </p:clrMapOvr>
  <p:transition spd="slow"/>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53D6C8AB-2AA8-4634-9135-ABC39AA9885C}"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92DF2029-35AD-4979-85B9-71776324D05B}" type="slidenum">
              <a:rPr lang="en-US" altLang="en-US"/>
              <a:pPr>
                <a:defRPr/>
              </a:pPr>
              <a:t>‹#›</a:t>
            </a:fld>
            <a:endParaRPr lang="en-US" altLang="en-US"/>
          </a:p>
        </p:txBody>
      </p:sp>
    </p:spTree>
    <p:extLst>
      <p:ext uri="{BB962C8B-B14F-4D97-AF65-F5344CB8AC3E}">
        <p14:creationId xmlns:p14="http://schemas.microsoft.com/office/powerpoint/2010/main" val="3761591358"/>
      </p:ext>
    </p:extLst>
  </p:cSld>
  <p:clrMapOvr>
    <a:masterClrMapping/>
  </p:clrMapOvr>
  <p:transition spd="slow"/>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AFBD1EE8-EB56-46EF-8475-A0084E2BD22D}"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21288D4E-4785-4830-845E-5FCA58396BD5}" type="slidenum">
              <a:rPr lang="en-US" altLang="en-US"/>
              <a:pPr>
                <a:defRPr/>
              </a:pPr>
              <a:t>‹#›</a:t>
            </a:fld>
            <a:endParaRPr lang="en-US" altLang="en-US"/>
          </a:p>
        </p:txBody>
      </p:sp>
    </p:spTree>
    <p:extLst>
      <p:ext uri="{BB962C8B-B14F-4D97-AF65-F5344CB8AC3E}">
        <p14:creationId xmlns:p14="http://schemas.microsoft.com/office/powerpoint/2010/main" val="2819541048"/>
      </p:ext>
    </p:extLst>
  </p:cSld>
  <p:clrMapOvr>
    <a:masterClrMapping/>
  </p:clrMapOvr>
  <p:transition spd="slow"/>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45AEE45-9D8C-46BF-B9D2-BC9A36369B0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B63F3B71-A7C6-4D01-AC30-66082249CBA0}" type="slidenum">
              <a:rPr lang="en-US" altLang="en-US"/>
              <a:pPr>
                <a:defRPr/>
              </a:pPr>
              <a:t>‹#›</a:t>
            </a:fld>
            <a:endParaRPr lang="en-US" altLang="en-US"/>
          </a:p>
        </p:txBody>
      </p:sp>
    </p:spTree>
    <p:extLst>
      <p:ext uri="{BB962C8B-B14F-4D97-AF65-F5344CB8AC3E}">
        <p14:creationId xmlns:p14="http://schemas.microsoft.com/office/powerpoint/2010/main" val="2406675046"/>
      </p:ext>
    </p:extLst>
  </p:cSld>
  <p:clrMapOvr>
    <a:masterClrMapping/>
  </p:clrMapOvr>
  <p:transition spd="slow"/>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CCB0014D-39EA-492F-A4A9-B594EAE6C63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24F7DD8E-B6C6-44D5-9F9F-4CE8DE5F8AEC}" type="slidenum">
              <a:rPr lang="en-US" altLang="en-US"/>
              <a:pPr>
                <a:defRPr/>
              </a:pPr>
              <a:t>‹#›</a:t>
            </a:fld>
            <a:endParaRPr lang="en-US" altLang="en-US"/>
          </a:p>
        </p:txBody>
      </p:sp>
    </p:spTree>
    <p:extLst>
      <p:ext uri="{BB962C8B-B14F-4D97-AF65-F5344CB8AC3E}">
        <p14:creationId xmlns:p14="http://schemas.microsoft.com/office/powerpoint/2010/main" val="459764501"/>
      </p:ext>
    </p:extLst>
  </p:cSld>
  <p:clrMapOvr>
    <a:masterClrMapping/>
  </p:clrMapOvr>
  <p:transition spd="slow"/>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5"/>
          <p:cNvSpPr txBox="1">
            <a:spLocks noGrp="1" noChangeArrowheads="1"/>
          </p:cNvSpPr>
          <p:nvPr>
            <p:ph type="dt" sz="half" idx="11"/>
          </p:nvPr>
        </p:nvSpPr>
        <p:spPr>
          <a:ln/>
        </p:spPr>
        <p:txBody>
          <a:bodyPr/>
          <a:lstStyle>
            <a:lvl1pPr>
              <a:defRPr/>
            </a:lvl1pPr>
          </a:lstStyle>
          <a:p>
            <a:pPr>
              <a:defRPr/>
            </a:pPr>
            <a:fld id="{1D402C6E-6AFC-4735-B769-2444056DD15D}" type="datetime1">
              <a:rPr lang="en-US" altLang="en-US"/>
              <a:pPr>
                <a:defRPr/>
              </a:pPr>
              <a:t>3/30/26</a:t>
            </a:fld>
            <a:endParaRPr lang="en-US" altLang="en-US"/>
          </a:p>
        </p:txBody>
      </p:sp>
      <p:sp>
        <p:nvSpPr>
          <p:cNvPr id="9" name="Holder 6"/>
          <p:cNvSpPr txBox="1">
            <a:spLocks noGrp="1" noChangeArrowheads="1"/>
          </p:cNvSpPr>
          <p:nvPr>
            <p:ph type="sldNum" sz="quarter" idx="12"/>
          </p:nvPr>
        </p:nvSpPr>
        <p:spPr>
          <a:ln/>
        </p:spPr>
        <p:txBody>
          <a:bodyPr/>
          <a:lstStyle>
            <a:lvl1pPr>
              <a:defRPr/>
            </a:lvl1pPr>
          </a:lstStyle>
          <a:p>
            <a:pPr>
              <a:defRPr/>
            </a:pPr>
            <a:fld id="{DE8437EB-F3E2-4C20-83C5-7D95958D543E}" type="slidenum">
              <a:rPr lang="en-US" altLang="en-US"/>
              <a:pPr>
                <a:defRPr/>
              </a:pPr>
              <a:t>‹#›</a:t>
            </a:fld>
            <a:endParaRPr lang="en-US" altLang="en-US"/>
          </a:p>
        </p:txBody>
      </p:sp>
    </p:spTree>
    <p:extLst>
      <p:ext uri="{BB962C8B-B14F-4D97-AF65-F5344CB8AC3E}">
        <p14:creationId xmlns:p14="http://schemas.microsoft.com/office/powerpoint/2010/main" val="280142198"/>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5"/>
          <p:cNvSpPr txBox="1">
            <a:spLocks noGrp="1" noChangeArrowheads="1"/>
          </p:cNvSpPr>
          <p:nvPr>
            <p:ph type="dt" sz="half" idx="11"/>
          </p:nvPr>
        </p:nvSpPr>
        <p:spPr>
          <a:ln/>
        </p:spPr>
        <p:txBody>
          <a:bodyPr/>
          <a:lstStyle>
            <a:lvl1pPr>
              <a:defRPr/>
            </a:lvl1pPr>
          </a:lstStyle>
          <a:p>
            <a:pPr>
              <a:defRPr/>
            </a:pPr>
            <a:fld id="{55031B25-FBBC-451D-89D2-F574D7298FA3}" type="datetime1">
              <a:rPr lang="en-US" altLang="en-US"/>
              <a:pPr>
                <a:defRPr/>
              </a:pPr>
              <a:t>3/30/26</a:t>
            </a:fld>
            <a:endParaRPr lang="en-US" altLang="en-US"/>
          </a:p>
        </p:txBody>
      </p:sp>
      <p:sp>
        <p:nvSpPr>
          <p:cNvPr id="5" name="Holder 6"/>
          <p:cNvSpPr txBox="1">
            <a:spLocks noGrp="1" noChangeArrowheads="1"/>
          </p:cNvSpPr>
          <p:nvPr>
            <p:ph type="sldNum" sz="quarter" idx="12"/>
          </p:nvPr>
        </p:nvSpPr>
        <p:spPr>
          <a:ln/>
        </p:spPr>
        <p:txBody>
          <a:bodyPr/>
          <a:lstStyle>
            <a:lvl1pPr>
              <a:defRPr/>
            </a:lvl1pPr>
          </a:lstStyle>
          <a:p>
            <a:pPr>
              <a:defRPr/>
            </a:pPr>
            <a:fld id="{5FC19117-7E9C-490C-BE69-3985EC6A809B}" type="slidenum">
              <a:rPr lang="en-US" altLang="en-US"/>
              <a:pPr>
                <a:defRPr/>
              </a:pPr>
              <a:t>‹#›</a:t>
            </a:fld>
            <a:endParaRPr lang="en-US" altLang="en-US"/>
          </a:p>
        </p:txBody>
      </p:sp>
    </p:spTree>
    <p:extLst>
      <p:ext uri="{BB962C8B-B14F-4D97-AF65-F5344CB8AC3E}">
        <p14:creationId xmlns:p14="http://schemas.microsoft.com/office/powerpoint/2010/main" val="775237783"/>
      </p:ext>
    </p:extLst>
  </p:cSld>
  <p:clrMapOvr>
    <a:masterClrMapping/>
  </p:clrMapOvr>
  <p:transition spd="slow"/>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5"/>
          <p:cNvSpPr txBox="1">
            <a:spLocks noGrp="1" noChangeArrowheads="1"/>
          </p:cNvSpPr>
          <p:nvPr>
            <p:ph type="dt" sz="half" idx="11"/>
          </p:nvPr>
        </p:nvSpPr>
        <p:spPr>
          <a:ln/>
        </p:spPr>
        <p:txBody>
          <a:bodyPr/>
          <a:lstStyle>
            <a:lvl1pPr>
              <a:defRPr/>
            </a:lvl1pPr>
          </a:lstStyle>
          <a:p>
            <a:pPr>
              <a:defRPr/>
            </a:pPr>
            <a:fld id="{902FD884-FFA9-4E59-B234-8A69036847B9}" type="datetime1">
              <a:rPr lang="en-US" altLang="en-US"/>
              <a:pPr>
                <a:defRPr/>
              </a:pPr>
              <a:t>3/30/26</a:t>
            </a:fld>
            <a:endParaRPr lang="en-US" altLang="en-US"/>
          </a:p>
        </p:txBody>
      </p:sp>
      <p:sp>
        <p:nvSpPr>
          <p:cNvPr id="4" name="Holder 6"/>
          <p:cNvSpPr txBox="1">
            <a:spLocks noGrp="1" noChangeArrowheads="1"/>
          </p:cNvSpPr>
          <p:nvPr>
            <p:ph type="sldNum" sz="quarter" idx="12"/>
          </p:nvPr>
        </p:nvSpPr>
        <p:spPr>
          <a:ln/>
        </p:spPr>
        <p:txBody>
          <a:bodyPr/>
          <a:lstStyle>
            <a:lvl1pPr>
              <a:defRPr/>
            </a:lvl1pPr>
          </a:lstStyle>
          <a:p>
            <a:pPr>
              <a:defRPr/>
            </a:pPr>
            <a:fld id="{3F081005-36E8-478E-8B5A-F3DAC943D223}" type="slidenum">
              <a:rPr lang="en-US" altLang="en-US"/>
              <a:pPr>
                <a:defRPr/>
              </a:pPr>
              <a:t>‹#›</a:t>
            </a:fld>
            <a:endParaRPr lang="en-US" altLang="en-US"/>
          </a:p>
        </p:txBody>
      </p:sp>
    </p:spTree>
    <p:extLst>
      <p:ext uri="{BB962C8B-B14F-4D97-AF65-F5344CB8AC3E}">
        <p14:creationId xmlns:p14="http://schemas.microsoft.com/office/powerpoint/2010/main" val="1875702985"/>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501A0F32-791C-46C2-9AA5-4D2A1ECA0CC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DEC2DD17-0F9F-4988-83AE-EE64C71C7812}" type="slidenum">
              <a:rPr lang="en-US" altLang="en-US"/>
              <a:pPr>
                <a:defRPr/>
              </a:pPr>
              <a:t>‹#›</a:t>
            </a:fld>
            <a:endParaRPr lang="en-US" altLang="en-US"/>
          </a:p>
        </p:txBody>
      </p:sp>
    </p:spTree>
    <p:extLst>
      <p:ext uri="{BB962C8B-B14F-4D97-AF65-F5344CB8AC3E}">
        <p14:creationId xmlns:p14="http://schemas.microsoft.com/office/powerpoint/2010/main" val="392172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F7A694AE-51CE-4ECF-BFE1-EC1F4BA5DFB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5548585D-1766-4AAF-B460-F8324DE34987}" type="slidenum">
              <a:rPr lang="en-US" altLang="en-US"/>
              <a:pPr>
                <a:defRPr/>
              </a:pPr>
              <a:t>‹#›</a:t>
            </a:fld>
            <a:endParaRPr lang="en-US" altLang="en-US"/>
          </a:p>
        </p:txBody>
      </p:sp>
    </p:spTree>
    <p:extLst>
      <p:ext uri="{BB962C8B-B14F-4D97-AF65-F5344CB8AC3E}">
        <p14:creationId xmlns:p14="http://schemas.microsoft.com/office/powerpoint/2010/main" val="1410576951"/>
      </p:ext>
    </p:extLst>
  </p:cSld>
  <p:clrMapOvr>
    <a:masterClrMapping/>
  </p:clrMapOvr>
  <p:transition spd="slow"/>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76AA8E4-0407-4E83-A964-DAB31FC3F3F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111DDCE0-12F0-469C-87BF-8E02E4D30511}" type="slidenum">
              <a:rPr lang="en-US" altLang="en-US"/>
              <a:pPr>
                <a:defRPr/>
              </a:pPr>
              <a:t>‹#›</a:t>
            </a:fld>
            <a:endParaRPr lang="en-US" altLang="en-US"/>
          </a:p>
        </p:txBody>
      </p:sp>
    </p:spTree>
    <p:extLst>
      <p:ext uri="{BB962C8B-B14F-4D97-AF65-F5344CB8AC3E}">
        <p14:creationId xmlns:p14="http://schemas.microsoft.com/office/powerpoint/2010/main" val="3845509232"/>
      </p:ext>
    </p:extLst>
  </p:cSld>
  <p:clrMapOvr>
    <a:masterClrMapping/>
  </p:clrMapOvr>
  <p:transition spd="slow"/>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86550" y="396875"/>
            <a:ext cx="2114550" cy="41544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396875"/>
            <a:ext cx="6191250" cy="41544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40E9C831-E3EA-484E-83F8-BFF26F94BE77}"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E907121F-7037-411B-B0E4-F56EF32632B4}" type="slidenum">
              <a:rPr lang="en-US" altLang="en-US"/>
              <a:pPr>
                <a:defRPr/>
              </a:pPr>
              <a:t>‹#›</a:t>
            </a:fld>
            <a:endParaRPr lang="en-US" altLang="en-US"/>
          </a:p>
        </p:txBody>
      </p:sp>
    </p:spTree>
    <p:extLst>
      <p:ext uri="{BB962C8B-B14F-4D97-AF65-F5344CB8AC3E}">
        <p14:creationId xmlns:p14="http://schemas.microsoft.com/office/powerpoint/2010/main" val="737130664"/>
      </p:ext>
    </p:extLst>
  </p:cSld>
  <p:clrMapOvr>
    <a:masterClrMapping/>
  </p:clrMapOvr>
  <p:transition spd="slow"/>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6575" y="396875"/>
            <a:ext cx="8070850" cy="558800"/>
          </a:xfrm>
        </p:spPr>
        <p:txBody>
          <a:bodyPr/>
          <a:lstStyle/>
          <a:p>
            <a:r>
              <a:rPr lang="en-US"/>
              <a:t>Click to edit Master title style</a:t>
            </a:r>
          </a:p>
        </p:txBody>
      </p:sp>
      <p:sp>
        <p:nvSpPr>
          <p:cNvPr id="3" name="Text Placeholder 2"/>
          <p:cNvSpPr>
            <a:spLocks noGrp="1"/>
          </p:cNvSpPr>
          <p:nvPr>
            <p:ph type="body" sz="half" idx="1"/>
          </p:nvPr>
        </p:nvSpPr>
        <p:spPr>
          <a:xfrm>
            <a:off x="3429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3022E358-C0C2-4C3E-B03F-5094527661D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A129B4D1-D449-4FC0-95C5-30BD465C8195}" type="slidenum">
              <a:rPr lang="en-US" altLang="en-US"/>
              <a:pPr>
                <a:defRPr/>
              </a:pPr>
              <a:t>‹#›</a:t>
            </a:fld>
            <a:endParaRPr lang="en-US" altLang="en-US"/>
          </a:p>
        </p:txBody>
      </p:sp>
    </p:spTree>
    <p:extLst>
      <p:ext uri="{BB962C8B-B14F-4D97-AF65-F5344CB8AC3E}">
        <p14:creationId xmlns:p14="http://schemas.microsoft.com/office/powerpoint/2010/main" val="1183048306"/>
      </p:ext>
    </p:extLst>
  </p:cSld>
  <p:clrMapOvr>
    <a:masterClrMapping/>
  </p:clrMapOvr>
  <p:transition spd="slow"/>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3"/>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1027" name="Holder 2"/>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1028" name="Holder 3"/>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2AEAF448-DE4D-4BFD-BBC9-509FB8951B1C}" type="datetime1">
              <a:rPr lang="en-US" altLang="en-US"/>
              <a:pPr>
                <a:defRPr/>
              </a:pPr>
              <a:t>3/30/26</a:t>
            </a:fld>
            <a:endParaRPr lang="en-US" altLang="en-US"/>
          </a:p>
        </p:txBody>
      </p:sp>
      <p:sp>
        <p:nvSpPr>
          <p:cNvPr id="1029" name="Holder 4"/>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Times New Roman" pitchFamily="18" charset="0"/>
                <a:ea typeface="Arial Unicode MS" pitchFamily="34" charset="-128"/>
                <a:cs typeface="Arial Unicode MS" pitchFamily="34" charset="-128"/>
              </a:defRPr>
            </a:lvl1pPr>
          </a:lstStyle>
          <a:p>
            <a:pPr>
              <a:defRPr/>
            </a:pPr>
            <a:fld id="{3B9F6CDD-36FF-4D8A-8966-BF3A02979680}" type="slidenum">
              <a:rPr lang="en-US" altLang="en-US"/>
              <a:pPr>
                <a:defRPr/>
              </a:pPr>
              <a:t>‹#›</a:t>
            </a:fld>
            <a:endParaRPr lang="en-US" altLang="en-US"/>
          </a:p>
        </p:txBody>
      </p:sp>
      <p:sp>
        <p:nvSpPr>
          <p:cNvPr id="1030" name="Title Placeholder 5"/>
          <p:cNvSpPr txBox="1">
            <a:spLocks noGrp="1" noChangeArrowheads="1"/>
          </p:cNvSpPr>
          <p:nvPr>
            <p:ph type="title"/>
          </p:nvPr>
        </p:nvSpPr>
        <p:spPr bwMode="auto">
          <a:xfrm>
            <a:off x="457200" y="273050"/>
            <a:ext cx="8229600"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1" compatLnSpc="1">
            <a:prstTxWarp prst="textNoShape">
              <a:avLst/>
            </a:prstTxWarp>
          </a:bodyPr>
          <a:lstStyle/>
          <a:p>
            <a:pPr lvl="0"/>
            <a:endParaRPr lang="en-US" altLang="en-US"/>
          </a:p>
        </p:txBody>
      </p:sp>
      <p:sp>
        <p:nvSpPr>
          <p:cNvPr id="1031" name="Text Placeholder 6"/>
          <p:cNvSpPr txBox="1">
            <a:spLocks noGrp="1" noChangeArrowheads="1"/>
          </p:cNvSpPr>
          <p:nvPr>
            <p:ph type="body" idx="1"/>
          </p:nvPr>
        </p:nvSpPr>
        <p:spPr bwMode="auto">
          <a:xfrm>
            <a:off x="457200" y="1604963"/>
            <a:ext cx="822960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slow"/>
  <p:txStyles>
    <p:titleStyle>
      <a:lvl1pPr algn="ctr" rtl="0" eaLnBrk="0" fontAlgn="base" hangingPunct="0">
        <a:spcBef>
          <a:spcPct val="0"/>
        </a:spcBef>
        <a:spcAft>
          <a:spcPct val="0"/>
        </a:spcAft>
        <a:defRPr sz="4400">
          <a:solidFill>
            <a:srgbClr val="000000"/>
          </a:solidFill>
          <a:latin typeface="+mj-lt"/>
          <a:ea typeface="+mj-ea"/>
          <a:cs typeface="+mj-cs"/>
        </a:defRPr>
      </a:lvl1pPr>
      <a:lvl2pPr algn="ctr" rtl="0" eaLnBrk="0" fontAlgn="base" hangingPunct="0">
        <a:spcBef>
          <a:spcPct val="0"/>
        </a:spcBef>
        <a:spcAft>
          <a:spcPct val="0"/>
        </a:spcAft>
        <a:defRPr sz="4400">
          <a:solidFill>
            <a:srgbClr val="000000"/>
          </a:solidFill>
          <a:latin typeface="Calibri" pitchFamily="34" charset="0"/>
          <a:ea typeface="Microsoft YaHei" pitchFamily="34" charset="-122"/>
        </a:defRPr>
      </a:lvl2pPr>
      <a:lvl3pPr algn="ctr" rtl="0" eaLnBrk="0" fontAlgn="base" hangingPunct="0">
        <a:spcBef>
          <a:spcPct val="0"/>
        </a:spcBef>
        <a:spcAft>
          <a:spcPct val="0"/>
        </a:spcAft>
        <a:defRPr sz="4400">
          <a:solidFill>
            <a:srgbClr val="000000"/>
          </a:solidFill>
          <a:latin typeface="Calibri" pitchFamily="34" charset="0"/>
          <a:ea typeface="Microsoft YaHei" pitchFamily="34" charset="-122"/>
        </a:defRPr>
      </a:lvl3pPr>
      <a:lvl4pPr algn="ctr" rtl="0" eaLnBrk="0" fontAlgn="base" hangingPunct="0">
        <a:spcBef>
          <a:spcPct val="0"/>
        </a:spcBef>
        <a:spcAft>
          <a:spcPct val="0"/>
        </a:spcAft>
        <a:defRPr sz="4400">
          <a:solidFill>
            <a:srgbClr val="000000"/>
          </a:solidFill>
          <a:latin typeface="Calibri" pitchFamily="34" charset="0"/>
          <a:ea typeface="Microsoft YaHei" pitchFamily="34" charset="-122"/>
        </a:defRPr>
      </a:lvl4pPr>
      <a:lvl5pPr algn="ctr" rtl="0" eaLnBrk="0" fontAlgn="base" hangingPunct="0">
        <a:spcBef>
          <a:spcPct val="0"/>
        </a:spcBef>
        <a:spcAft>
          <a:spcPct val="0"/>
        </a:spcAft>
        <a:defRPr sz="4400">
          <a:solidFill>
            <a:srgbClr val="000000"/>
          </a:solidFill>
          <a:latin typeface="Calibri" pitchFamily="34" charset="0"/>
          <a:ea typeface="Microsoft YaHei" pitchFamily="34" charset="-122"/>
        </a:defRPr>
      </a:lvl5pPr>
      <a:lvl6pPr marL="457200" algn="ctr" rtl="0" eaLnBrk="0" fontAlgn="base" hangingPunct="0">
        <a:spcBef>
          <a:spcPct val="0"/>
        </a:spcBef>
        <a:spcAft>
          <a:spcPct val="0"/>
        </a:spcAft>
        <a:defRPr sz="4400">
          <a:solidFill>
            <a:srgbClr val="000000"/>
          </a:solidFill>
          <a:latin typeface="Calibri" pitchFamily="34" charset="0"/>
          <a:ea typeface="Microsoft YaHei" pitchFamily="34" charset="-122"/>
        </a:defRPr>
      </a:lvl6pPr>
      <a:lvl7pPr marL="914400" algn="ctr" rtl="0" eaLnBrk="0" fontAlgn="base" hangingPunct="0">
        <a:spcBef>
          <a:spcPct val="0"/>
        </a:spcBef>
        <a:spcAft>
          <a:spcPct val="0"/>
        </a:spcAft>
        <a:defRPr sz="4400">
          <a:solidFill>
            <a:srgbClr val="000000"/>
          </a:solidFill>
          <a:latin typeface="Calibri" pitchFamily="34" charset="0"/>
          <a:ea typeface="Microsoft YaHei" pitchFamily="34" charset="-122"/>
        </a:defRPr>
      </a:lvl7pPr>
      <a:lvl8pPr marL="1371600" algn="ctr" rtl="0" eaLnBrk="0" fontAlgn="base" hangingPunct="0">
        <a:spcBef>
          <a:spcPct val="0"/>
        </a:spcBef>
        <a:spcAft>
          <a:spcPct val="0"/>
        </a:spcAft>
        <a:defRPr sz="4400">
          <a:solidFill>
            <a:srgbClr val="000000"/>
          </a:solidFill>
          <a:latin typeface="Calibri" pitchFamily="34" charset="0"/>
          <a:ea typeface="Microsoft YaHei" pitchFamily="34" charset="-122"/>
        </a:defRPr>
      </a:lvl8pPr>
      <a:lvl9pPr marL="1828800" algn="ctr" rtl="0" eaLnBrk="0" fontAlgn="base" hangingPunct="0">
        <a:spcBef>
          <a:spcPct val="0"/>
        </a:spcBef>
        <a:spcAft>
          <a:spcPct val="0"/>
        </a:spcAft>
        <a:defRPr sz="4400">
          <a:solidFill>
            <a:srgbClr val="000000"/>
          </a:solidFill>
          <a:latin typeface="Calibri"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3200">
          <a:solidFill>
            <a:srgbClr val="000000"/>
          </a:solidFill>
          <a:latin typeface="+mn-lt"/>
          <a:ea typeface="+mn-ea"/>
          <a:cs typeface="+mn-cs"/>
        </a:defRPr>
      </a:lvl1pPr>
      <a:lvl2pPr marL="685800" indent="-228600" algn="l" rtl="0" eaLnBrk="0" fontAlgn="base" hangingPunct="0">
        <a:lnSpc>
          <a:spcPct val="90000"/>
        </a:lnSpc>
        <a:spcBef>
          <a:spcPts val="500"/>
        </a:spcBef>
        <a:spcAft>
          <a:spcPct val="0"/>
        </a:spcAft>
        <a:buSzPct val="100000"/>
        <a:buChar char="•"/>
        <a:defRPr sz="2400">
          <a:solidFill>
            <a:srgbClr val="000000"/>
          </a:solidFill>
          <a:latin typeface="+mn-lt"/>
          <a:ea typeface="+mn-ea"/>
        </a:defRPr>
      </a:lvl2pPr>
      <a:lvl3pPr marL="1143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3pPr>
      <a:lvl4pPr marL="1600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4pPr>
      <a:lvl5pPr marL="20574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5pPr>
      <a:lvl6pPr marL="25146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6pPr>
      <a:lvl7pPr marL="29718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7pPr>
      <a:lvl8pPr marL="3429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8pPr>
      <a:lvl9pPr marL="3886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050"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4"/>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2051" name="Holder 2"/>
          <p:cNvSpPr txBox="1">
            <a:spLocks noGrp="1" noChangeArrowheads="1"/>
          </p:cNvSpPr>
          <p:nvPr>
            <p:ph type="title"/>
          </p:nvPr>
        </p:nvSpPr>
        <p:spPr bwMode="auto">
          <a:xfrm>
            <a:off x="536575" y="396875"/>
            <a:ext cx="807085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1" compatLnSpc="1">
            <a:prstTxWarp prst="textNoShape">
              <a:avLst/>
            </a:prstTxWarp>
          </a:bodyPr>
          <a:lstStyle/>
          <a:p>
            <a:pPr lvl="0"/>
            <a:r>
              <a:rPr lang="en-US" altLang="en-US"/>
              <a:t>Click to edit the title text format</a:t>
            </a:r>
          </a:p>
        </p:txBody>
      </p:sp>
      <p:sp>
        <p:nvSpPr>
          <p:cNvPr id="2052" name="Holder 3"/>
          <p:cNvSpPr txBox="1">
            <a:spLocks noGrp="1" noChangeArrowheads="1"/>
          </p:cNvSpPr>
          <p:nvPr>
            <p:ph type="body" idx="1"/>
          </p:nvPr>
        </p:nvSpPr>
        <p:spPr bwMode="auto">
          <a:xfrm>
            <a:off x="342900" y="1490663"/>
            <a:ext cx="84582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the outline text format</a:t>
            </a:r>
          </a:p>
          <a:p>
            <a:pPr lvl="1"/>
            <a:r>
              <a:rPr lang="en-US" altLang="en-US"/>
              <a:t>Second Outline Level</a:t>
            </a:r>
          </a:p>
          <a:p>
            <a:pPr lvl="2"/>
            <a:r>
              <a:rPr lang="en-US" altLang="en-US"/>
              <a:t>Third Outline Level</a:t>
            </a:r>
          </a:p>
          <a:p>
            <a:pPr lvl="3"/>
            <a:r>
              <a:rPr lang="en-US" altLang="en-US"/>
              <a:t>Fourth Outline Level</a:t>
            </a:r>
          </a:p>
          <a:p>
            <a:pPr lvl="4"/>
            <a:r>
              <a:rPr lang="en-US" altLang="en-US"/>
              <a:t>Fifth Outline Level</a:t>
            </a:r>
          </a:p>
          <a:p>
            <a:pPr lvl="4"/>
            <a:r>
              <a:rPr lang="en-US" altLang="en-US"/>
              <a:t>Sixth Outline Level</a:t>
            </a:r>
          </a:p>
          <a:p>
            <a:pPr lvl="4"/>
            <a:r>
              <a:rPr lang="en-US" altLang="en-US"/>
              <a:t>Seventh Outline Level</a:t>
            </a:r>
          </a:p>
          <a:p>
            <a:pPr lvl="4"/>
            <a:r>
              <a:rPr lang="en-US" altLang="en-US"/>
              <a:t>Eighth Outline Level</a:t>
            </a:r>
          </a:p>
          <a:p>
            <a:pPr lvl="4"/>
            <a:r>
              <a:rPr lang="en-US" altLang="en-US"/>
              <a:t>Ninth Outline Level</a:t>
            </a:r>
          </a:p>
        </p:txBody>
      </p:sp>
      <p:sp>
        <p:nvSpPr>
          <p:cNvPr id="2053" name="Holder 4"/>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mn-lt"/>
                <a:ea typeface="Arial Unicode MS" pitchFamily="34" charset="-128"/>
                <a:cs typeface="Arial Unicode MS" pitchFamily="34" charset="-128"/>
              </a:defRPr>
            </a:lvl1pPr>
          </a:lstStyle>
          <a:p>
            <a:pPr>
              <a:defRPr/>
            </a:pPr>
            <a:endParaRPr lang="en-US" altLang="en-US"/>
          </a:p>
        </p:txBody>
      </p:sp>
      <p:sp>
        <p:nvSpPr>
          <p:cNvPr id="2054" name="Holder 5"/>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0BAF1658-3439-4F7F-B621-CB94387D049C}" type="datetime1">
              <a:rPr lang="en-US" altLang="en-US"/>
              <a:pPr>
                <a:defRPr/>
              </a:pPr>
              <a:t>3/30/26</a:t>
            </a:fld>
            <a:endParaRPr lang="en-US" altLang="en-US"/>
          </a:p>
        </p:txBody>
      </p:sp>
      <p:sp>
        <p:nvSpPr>
          <p:cNvPr id="2055" name="Holder 6"/>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mn-lt"/>
                <a:ea typeface="Arial Unicode MS" pitchFamily="34" charset="-128"/>
                <a:cs typeface="Arial Unicode MS" pitchFamily="34" charset="-128"/>
              </a:defRPr>
            </a:lvl1pPr>
          </a:lstStyle>
          <a:p>
            <a:pPr>
              <a:defRPr/>
            </a:pPr>
            <a:fld id="{796212F0-F424-4350-9656-96476B52FFD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transition spd="slow"/>
  <p:txStyles>
    <p:titleStyle>
      <a:lvl1pPr algn="ctr" rtl="0" eaLnBrk="0" fontAlgn="base" hangingPunct="0">
        <a:spcBef>
          <a:spcPct val="0"/>
        </a:spcBef>
        <a:spcAft>
          <a:spcPct val="0"/>
        </a:spcAft>
        <a:defRPr sz="4000" b="1">
          <a:solidFill>
            <a:srgbClr val="FFFFFF"/>
          </a:solidFill>
          <a:latin typeface="+mj-lt"/>
          <a:ea typeface="+mj-ea"/>
          <a:cs typeface="+mj-cs"/>
        </a:defRPr>
      </a:lvl1pPr>
      <a:lvl2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2pPr>
      <a:lvl3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3pPr>
      <a:lvl4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4pPr>
      <a:lvl5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5pPr>
      <a:lvl6pPr marL="457200" algn="ctr" rtl="0" eaLnBrk="0" fontAlgn="base" hangingPunct="0">
        <a:spcBef>
          <a:spcPct val="0"/>
        </a:spcBef>
        <a:spcAft>
          <a:spcPct val="0"/>
        </a:spcAft>
        <a:defRPr sz="4000" b="1">
          <a:solidFill>
            <a:srgbClr val="FFFFFF"/>
          </a:solidFill>
          <a:latin typeface="Tahoma" pitchFamily="34" charset="0"/>
          <a:ea typeface="Microsoft YaHei" pitchFamily="34" charset="-122"/>
        </a:defRPr>
      </a:lvl6pPr>
      <a:lvl7pPr marL="914400" algn="ctr" rtl="0" eaLnBrk="0" fontAlgn="base" hangingPunct="0">
        <a:spcBef>
          <a:spcPct val="0"/>
        </a:spcBef>
        <a:spcAft>
          <a:spcPct val="0"/>
        </a:spcAft>
        <a:defRPr sz="4000" b="1">
          <a:solidFill>
            <a:srgbClr val="FFFFFF"/>
          </a:solidFill>
          <a:latin typeface="Tahoma" pitchFamily="34" charset="0"/>
          <a:ea typeface="Microsoft YaHei" pitchFamily="34" charset="-122"/>
        </a:defRPr>
      </a:lvl7pPr>
      <a:lvl8pPr marL="1371600" algn="ctr" rtl="0" eaLnBrk="0" fontAlgn="base" hangingPunct="0">
        <a:spcBef>
          <a:spcPct val="0"/>
        </a:spcBef>
        <a:spcAft>
          <a:spcPct val="0"/>
        </a:spcAft>
        <a:defRPr sz="4000" b="1">
          <a:solidFill>
            <a:srgbClr val="FFFFFF"/>
          </a:solidFill>
          <a:latin typeface="Tahoma" pitchFamily="34" charset="0"/>
          <a:ea typeface="Microsoft YaHei" pitchFamily="34" charset="-122"/>
        </a:defRPr>
      </a:lvl8pPr>
      <a:lvl9pPr marL="1828800" algn="ctr" rtl="0" eaLnBrk="0" fontAlgn="base" hangingPunct="0">
        <a:spcBef>
          <a:spcPct val="0"/>
        </a:spcBef>
        <a:spcAft>
          <a:spcPct val="0"/>
        </a:spcAft>
        <a:defRPr sz="4000" b="1">
          <a:solidFill>
            <a:srgbClr val="FFFFFF"/>
          </a:solidFill>
          <a:latin typeface="Tahoma"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2400">
          <a:solidFill>
            <a:srgbClr val="000000"/>
          </a:solidFill>
          <a:latin typeface="+mn-lt"/>
          <a:ea typeface="+mn-ea"/>
          <a:cs typeface="+mn-cs"/>
        </a:defRPr>
      </a:lvl1pPr>
      <a:lvl2pPr marL="742950" indent="-285750" algn="l" rtl="0" eaLnBrk="0" fontAlgn="base" hangingPunct="0">
        <a:spcBef>
          <a:spcPct val="0"/>
        </a:spcBef>
        <a:spcAft>
          <a:spcPts val="1413"/>
        </a:spcAft>
        <a:buSzPct val="75000"/>
        <a:buFont typeface="StarSymbol"/>
        <a:buChar char="–"/>
        <a:defRPr sz="2400">
          <a:solidFill>
            <a:srgbClr val="000000"/>
          </a:solidFill>
          <a:latin typeface="+mn-lt"/>
          <a:ea typeface="+mn-ea"/>
        </a:defRPr>
      </a:lvl2pPr>
      <a:lvl3pPr marL="1143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3pPr>
      <a:lvl4pPr marL="1600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4pPr>
      <a:lvl5pPr marL="20574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5pPr>
      <a:lvl6pPr marL="25146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6pPr>
      <a:lvl7pPr marL="29718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7pPr>
      <a:lvl8pPr marL="3429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8pPr>
      <a:lvl9pPr marL="3886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ubtitle 3"/>
          <p:cNvSpPr txBox="1">
            <a:spLocks noGrp="1" noChangeArrowheads="1"/>
          </p:cNvSpPr>
          <p:nvPr>
            <p:ph type="subTitle" idx="4294967295"/>
          </p:nvPr>
        </p:nvSpPr>
        <p:spPr>
          <a:xfrm>
            <a:off x="1862138" y="2098675"/>
            <a:ext cx="5545137" cy="2663825"/>
          </a:xfrm>
        </p:spPr>
        <p:txBody>
          <a:bodyPr anchorCtr="1"/>
          <a:lstStyle/>
          <a:p>
            <a:pPr marL="0" indent="0" algn="just">
              <a:buFontTx/>
              <a:buNone/>
            </a:pPr>
            <a:r>
              <a:rPr lang="en-US" altLang="en-US" sz="2000" dirty="0">
                <a:latin typeface="Tahoma" pitchFamily="34" charset="0"/>
                <a:cs typeface="Tahoma" pitchFamily="34" charset="0"/>
              </a:rPr>
              <a:t>Michael Pouget (40246798)</a:t>
            </a:r>
            <a:endParaRPr lang="en-US" altLang="en-US" sz="2400" dirty="0">
              <a:latin typeface="Tahoma" pitchFamily="34" charset="0"/>
              <a:cs typeface="Tahoma" pitchFamily="34" charset="0"/>
            </a:endParaRPr>
          </a:p>
        </p:txBody>
      </p:sp>
      <p:sp>
        <p:nvSpPr>
          <p:cNvPr id="3075" name="object 7"/>
          <p:cNvSpPr>
            <a:spLocks noChangeArrowheads="1"/>
          </p:cNvSpPr>
          <p:nvPr/>
        </p:nvSpPr>
        <p:spPr bwMode="auto">
          <a:xfrm>
            <a:off x="3486150" y="5641975"/>
            <a:ext cx="2297113" cy="307975"/>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17694720 60000 65536"/>
              <a:gd name="T9" fmla="*/ 0 60000 65536"/>
              <a:gd name="T10" fmla="*/ 5898240 60000 65536"/>
              <a:gd name="T11" fmla="*/ 11796480 60000 65536"/>
              <a:gd name="T12" fmla="*/ 0 w 21600"/>
              <a:gd name="T13" fmla="*/ 0 h 21600"/>
              <a:gd name="T14" fmla="*/ 21600 w 21600"/>
              <a:gd name="T15" fmla="*/ 21600 h 21600"/>
            </a:gdLst>
            <a:ahLst/>
            <a:cxnLst>
              <a:cxn ang="T8">
                <a:pos x="T0" y="T1"/>
              </a:cxn>
              <a:cxn ang="T9">
                <a:pos x="T2" y="T3"/>
              </a:cxn>
              <a:cxn ang="T10">
                <a:pos x="T4" y="T5"/>
              </a:cxn>
              <a:cxn ang="T11">
                <a:pos x="T6" y="T7"/>
              </a:cxn>
            </a:cxnLst>
            <a:rect l="T12" t="T13" r="T14" b="T15"/>
            <a:pathLst>
              <a:path w="21600" h="21600">
                <a:moveTo>
                  <a:pt x="0" y="0"/>
                </a:moveTo>
                <a:lnTo>
                  <a:pt x="21600" y="0"/>
                </a:lnTo>
                <a:lnTo>
                  <a:pt x="21600" y="21600"/>
                </a:lnTo>
                <a:lnTo>
                  <a:pt x="0" y="2160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11113">
              <a:spcAft>
                <a:spcPts val="1413"/>
              </a:spcAft>
              <a:buChar char="•"/>
              <a:defRPr sz="3200">
                <a:solidFill>
                  <a:srgbClr val="000000"/>
                </a:solidFill>
                <a:latin typeface="Calibri" pitchFamily="34" charset="0"/>
                <a:ea typeface="Microsoft YaHei" pitchFamily="34" charset="-122"/>
              </a:defRPr>
            </a:lvl1pPr>
            <a:lvl2pPr marL="742950" indent="-28575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2000" dirty="0">
                <a:solidFill>
                  <a:schemeClr val="tx1"/>
                </a:solidFill>
                <a:latin typeface="Tahoma" pitchFamily="34" charset="0"/>
              </a:rPr>
              <a:t>April 10, 2026</a:t>
            </a:r>
          </a:p>
        </p:txBody>
      </p:sp>
      <p:sp>
        <p:nvSpPr>
          <p:cNvPr id="3076"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3077"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3200">
                <a:solidFill>
                  <a:srgbClr val="000000"/>
                </a:solidFill>
                <a:latin typeface="Calibri" pitchFamily="34" charset="0"/>
                <a:ea typeface="Microsoft YaHei" pitchFamily="34" charset="-122"/>
              </a:defRPr>
            </a:lvl1pPr>
            <a:lvl2pPr marL="685800" indent="-22860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Title</a:t>
            </a:r>
            <a:endParaRPr lang="en-US" altLang="en-US" sz="2800">
              <a:solidFill>
                <a:srgbClr val="FFFFFF"/>
              </a:solidFill>
              <a:latin typeface="Tahoma" pitchFamily="34" charset="0"/>
              <a:cs typeface="Tahoma" pitchFamily="34"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398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a:solidFill>
                  <a:srgbClr val="1C1C1C"/>
                </a:solidFill>
                <a:latin typeface="Tahoma" pitchFamily="34" charset="0"/>
                <a:cs typeface="Tahoma" pitchFamily="34" charset="0"/>
              </a:rPr>
              <a:t>Add Items</a:t>
            </a:r>
          </a:p>
        </p:txBody>
      </p:sp>
      <p:sp>
        <p:nvSpPr>
          <p:cNvPr id="4100"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Agenda</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666D1-A3EA-52BE-5952-8341FD3EA4A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9520983B-091F-2636-8871-DA683FB60D0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a:extLst>
              <a:ext uri="{FF2B5EF4-FFF2-40B4-BE49-F238E27FC236}">
                <a16:creationId xmlns:a16="http://schemas.microsoft.com/office/drawing/2014/main" id="{420EE01B-748B-E5A4-B97B-75CB81A57012}"/>
              </a:ext>
            </a:extLst>
          </p:cNvPr>
          <p:cNvSpPr txBox="1">
            <a:spLocks noChangeArrowheads="1"/>
          </p:cNvSpPr>
          <p:nvPr/>
        </p:nvSpPr>
        <p:spPr bwMode="auto">
          <a:xfrm>
            <a:off x="303213" y="1336675"/>
            <a:ext cx="8662987" cy="3476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Most of the marks I lost were related to a lack of documentation in the PowerPoint. My work was instead documented as code comments. Professor </a:t>
            </a:r>
            <a:r>
              <a:rPr lang="en-US" altLang="en-US" sz="2000" dirty="0" err="1">
                <a:solidFill>
                  <a:srgbClr val="1C1C1C"/>
                </a:solidFill>
                <a:latin typeface="Tahoma" pitchFamily="34" charset="0"/>
                <a:cs typeface="Tahoma" pitchFamily="34" charset="0"/>
              </a:rPr>
              <a:t>Kamthan</a:t>
            </a:r>
            <a:r>
              <a:rPr lang="en-US" altLang="en-US" sz="2000" dirty="0">
                <a:solidFill>
                  <a:srgbClr val="1C1C1C"/>
                </a:solidFill>
                <a:latin typeface="Tahoma" pitchFamily="34" charset="0"/>
                <a:cs typeface="Tahoma" pitchFamily="34" charset="0"/>
              </a:rPr>
              <a:t> has agreed to accept in-code documentation and grant those marks, but not all of them were given back as of yet (I will talk with my TA or the professor about that soon). Other marks were lost for a lack of modularity, but I recently pointed out to my TA that modularity had not been taught before the D1 submission date. That leaves the code testing, where I performed very poorly due to not having documented my testing sessions. Any testing I perform will be thoroughly documented in some way (e.g. test cases). Besides that, I successfully completed the assignment and do not have any parts of my expert system to modify.</a:t>
            </a:r>
          </a:p>
        </p:txBody>
      </p:sp>
      <p:sp>
        <p:nvSpPr>
          <p:cNvPr id="4100" name="object 7">
            <a:extLst>
              <a:ext uri="{FF2B5EF4-FFF2-40B4-BE49-F238E27FC236}">
                <a16:creationId xmlns:a16="http://schemas.microsoft.com/office/drawing/2014/main" id="{B35E79B3-76E9-14F2-9984-03B56C085D46}"/>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Lessons Learned from D1 (TODO 1)</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254155971"/>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A255E-37B3-D943-7D65-879D1A07F3F3}"/>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07BD5FCC-FD5B-5F5E-F81B-D9080148C490}"/>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3DB2066B-4694-1961-B7EE-D636E7BA99CF}"/>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358697317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E1D0-A4F8-7B9C-3CFB-85346560FA4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1CDA658B-1B1A-8FC7-724B-EC088FA992A2}"/>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7686FD2-BE8E-4BE6-ED78-6F2C3B20CC5E}"/>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Possibilistic Uncertainty (TODO 3)</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2463423989"/>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65520-1FF8-1A85-0108-2FAAE8D71776}"/>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FBDC4476-F642-A3A8-2C70-4F673BA0ACA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2399D72-F2F3-0340-5CCC-EAA73C1E591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147643109"/>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398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a:solidFill>
                  <a:srgbClr val="1C1C1C"/>
                </a:solidFill>
                <a:latin typeface="Tahoma" pitchFamily="34" charset="0"/>
                <a:cs typeface="Tahoma" pitchFamily="34" charset="0"/>
              </a:rPr>
              <a:t>Add Text</a:t>
            </a:r>
          </a:p>
        </p:txBody>
      </p:sp>
      <p:sp>
        <p:nvSpPr>
          <p:cNvPr id="5124"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Conclusion</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theme/theme1.xml><?xml version="1.0" encoding="utf-8"?>
<a:theme xmlns:a="http://schemas.openxmlformats.org/drawingml/2006/main" name="Default">
  <a:themeElements>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a:majorFont>
        <a:latin typeface="Calibri"/>
        <a:ea typeface="Microsoft YaHei"/>
        <a:cs typeface=""/>
      </a:majorFont>
      <a:minorFont>
        <a:latin typeface="Calibri"/>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Default 1">
  <a:themeElements>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1">
      <a:majorFont>
        <a:latin typeface="Tahoma"/>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203</TotalTime>
  <Pages>0</Pages>
  <Words>196</Words>
  <Characters>0</Characters>
  <Application>Microsoft Macintosh PowerPoint</Application>
  <DocSecurity>0</DocSecurity>
  <PresentationFormat>On-screen Show (4:3)</PresentationFormat>
  <Lines>0</Lines>
  <Paragraphs>12</Paragraphs>
  <Slides>7</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7</vt:i4>
      </vt:variant>
    </vt:vector>
  </HeadingPairs>
  <TitlesOfParts>
    <vt:vector size="14" baseType="lpstr">
      <vt:lpstr>Arial</vt:lpstr>
      <vt:lpstr>Calibri</vt:lpstr>
      <vt:lpstr>StarSymbol</vt:lpstr>
      <vt:lpstr>Tahoma</vt:lpstr>
      <vt:lpstr>Times New Roman</vt:lpstr>
      <vt:lpstr>Default</vt:lpstr>
      <vt:lpstr>Default 1</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Pankaj Kamthan</dc:creator>
  <cp:lastModifiedBy>Michaël Pouget</cp:lastModifiedBy>
  <cp:revision>49</cp:revision>
  <dcterms:created xsi:type="dcterms:W3CDTF">2016-04-06T04:18:14Z</dcterms:created>
  <dcterms:modified xsi:type="dcterms:W3CDTF">2026-03-30T21:47:16Z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1033-9.1.0.4550</vt:lpwstr>
  </property>
</Properties>
</file>